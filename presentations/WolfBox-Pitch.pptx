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183e30bafb04fdc" /><Relationship Type="http://schemas.openxmlformats.org/officeDocument/2006/relationships/extended-properties" Target="/docProps/app.xml" Id="R984f68d2d0ca439a" /><Relationship Type="http://schemas.openxmlformats.org/officeDocument/2006/relationships/officeDocument" Target="/ppt/presentation.xml" Id="Rd7deaebc58cc4aa6" /></Relationships>
</file>

<file path=ppt/presentation.xml><?xml version="1.0" encoding="utf-8"?>
<p:presentation xmlns:p="http://schemas.openxmlformats.org/presentationml/2006/main">
  <p:sldMasterIdLst>
    <p:sldMasterId xmlns:r="http://schemas.openxmlformats.org/officeDocument/2006/relationships" id="2147483648" r:id="R20b348e95edc4412"/>
  </p:sldMasterIdLst>
  <p:notesMasterIdLst>
    <p:notesMasterId xmlns:r="http://schemas.openxmlformats.org/officeDocument/2006/relationships" r:id="R590eff7fb4c241f2"/>
  </p:notesMasterIdLst>
  <p:sldIdLst>
    <p:sldId xmlns:r="http://schemas.openxmlformats.org/officeDocument/2006/relationships" id="256" r:id="Rc938cefdfcc44d54"/>
    <p:sldId xmlns:r="http://schemas.openxmlformats.org/officeDocument/2006/relationships" id="257" r:id="Rcb4b3572e7674afb"/>
    <p:sldId xmlns:r="http://schemas.openxmlformats.org/officeDocument/2006/relationships" id="258" r:id="Rda7d30cc8b554318"/>
    <p:sldId xmlns:r="http://schemas.openxmlformats.org/officeDocument/2006/relationships" id="259" r:id="Rfcade0a67248430e"/>
    <p:sldId xmlns:r="http://schemas.openxmlformats.org/officeDocument/2006/relationships" id="260" r:id="R2d2014110b244090"/>
    <p:sldId xmlns:r="http://schemas.openxmlformats.org/officeDocument/2006/relationships" id="261" r:id="Rbc349bbbe3c84404"/>
    <p:sldId xmlns:r="http://schemas.openxmlformats.org/officeDocument/2006/relationships" id="262" r:id="R4c6fb6ab6cdd42dc"/>
    <p:sldId xmlns:r="http://schemas.openxmlformats.org/officeDocument/2006/relationships" id="263" r:id="R66945fcd862d4c94"/>
    <p:sldId xmlns:r="http://schemas.openxmlformats.org/officeDocument/2006/relationships" id="264" r:id="R2af613b5fa2649b0"/>
    <p:sldId xmlns:r="http://schemas.openxmlformats.org/officeDocument/2006/relationships" id="265" r:id="Rf35964dbc934494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1e65e79f4e64941" /><Relationship Type="http://schemas.openxmlformats.org/officeDocument/2006/relationships/slideMaster" Target="/ppt/slideMasters/slideMaster1.xml" Id="R20b348e95edc4412" /><Relationship Type="http://schemas.openxmlformats.org/officeDocument/2006/relationships/notesMaster" Target="/ppt/notesMasters/notesMaster1.xml" Id="R590eff7fb4c241f2" /><Relationship Type="http://schemas.openxmlformats.org/officeDocument/2006/relationships/presProps" Target="/ppt/presProps.xml" Id="Rcbd70cbd9bad4548" /><Relationship Type="http://schemas.openxmlformats.org/officeDocument/2006/relationships/tableStyles" Target="/ppt/tableStyles.xml" Id="R915df501f12f4566" /><Relationship Type="http://schemas.openxmlformats.org/officeDocument/2006/relationships/slide" Target="/ppt/slides/slide1.xml" Id="Rc938cefdfcc44d54" /><Relationship Type="http://schemas.openxmlformats.org/officeDocument/2006/relationships/slide" Target="/ppt/slides/slide2.xml" Id="Rcb4b3572e7674afb" /><Relationship Type="http://schemas.openxmlformats.org/officeDocument/2006/relationships/slide" Target="/ppt/slides/slide3.xml" Id="Rda7d30cc8b554318" /><Relationship Type="http://schemas.openxmlformats.org/officeDocument/2006/relationships/slide" Target="/ppt/slides/slide4.xml" Id="Rfcade0a67248430e" /><Relationship Type="http://schemas.openxmlformats.org/officeDocument/2006/relationships/slide" Target="/ppt/slides/slide5.xml" Id="R2d2014110b244090" /><Relationship Type="http://schemas.openxmlformats.org/officeDocument/2006/relationships/slide" Target="/ppt/slides/slide6.xml" Id="Rbc349bbbe3c84404" /><Relationship Type="http://schemas.openxmlformats.org/officeDocument/2006/relationships/slide" Target="/ppt/slides/slide7.xml" Id="R4c6fb6ab6cdd42dc" /><Relationship Type="http://schemas.openxmlformats.org/officeDocument/2006/relationships/slide" Target="/ppt/slides/slide8.xml" Id="R66945fcd862d4c94" /><Relationship Type="http://schemas.openxmlformats.org/officeDocument/2006/relationships/slide" Target="/ppt/slides/slide9.xml" Id="R2af613b5fa2649b0" /><Relationship Type="http://schemas.openxmlformats.org/officeDocument/2006/relationships/slide" Target="/ppt/slides/slide10.xml" Id="Rf35964dbc934494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71fb39c26a448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14f9def6ae94d06" /><Relationship Type="http://schemas.openxmlformats.org/officeDocument/2006/relationships/notesMaster" Target="/ppt/notesMasters/notesMaster1.xml" Id="R1ca1a898af414576" /></Relationships>
</file>

<file path=ppt/notesSlides/_rels/notesSlide2.xml.rels>&#65279;<?xml version="1.0" encoding="utf-8"?><Relationships xmlns="http://schemas.openxmlformats.org/package/2006/relationships"><Relationship Type="http://schemas.openxmlformats.org/officeDocument/2006/relationships/slide" Target="/ppt/slides/slide2.xml" Id="R9cdb04cea2ea4182" /><Relationship Type="http://schemas.openxmlformats.org/officeDocument/2006/relationships/notesMaster" Target="/ppt/notesMasters/notesMaster1.xml" Id="Rddd83de219894024" /></Relationships>
</file>

<file path=ppt/notesSlides/_rels/notesSlide3.xml.rels>&#65279;<?xml version="1.0" encoding="utf-8"?><Relationships xmlns="http://schemas.openxmlformats.org/package/2006/relationships"><Relationship Type="http://schemas.openxmlformats.org/officeDocument/2006/relationships/slide" Target="/ppt/slides/slide3.xml" Id="R2d3096cdbca849f0" /><Relationship Type="http://schemas.openxmlformats.org/officeDocument/2006/relationships/notesMaster" Target="/ppt/notesMasters/notesMaster1.xml" Id="Rd764fb26050a48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a5135e5715624735" /><Relationship Type="http://schemas.openxmlformats.org/officeDocument/2006/relationships/notesMaster" Target="/ppt/notesMasters/notesMaster1.xml" Id="R9d1f902d2e2d4bde" /></Relationships>
</file>

<file path=ppt/notesSlides/_rels/notesSlide5.xml.rels>&#65279;<?xml version="1.0" encoding="utf-8"?><Relationships xmlns="http://schemas.openxmlformats.org/package/2006/relationships"><Relationship Type="http://schemas.openxmlformats.org/officeDocument/2006/relationships/slide" Target="/ppt/slides/slide5.xml" Id="Ra43152c227d1455d" /><Relationship Type="http://schemas.openxmlformats.org/officeDocument/2006/relationships/notesMaster" Target="/ppt/notesMasters/notesMaster1.xml" Id="R2d995656041d4ae6"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47c72f1ba2462d" /><Relationship Type="http://schemas.openxmlformats.org/officeDocument/2006/relationships/notesMaster" Target="/ppt/notesMasters/notesMaster1.xml" Id="Rb791cd4f9c024250" /></Relationships>
</file>

<file path=ppt/notesSlides/_rels/notesSlide7.xml.rels>&#65279;<?xml version="1.0" encoding="utf-8"?><Relationships xmlns="http://schemas.openxmlformats.org/package/2006/relationships"><Relationship Type="http://schemas.openxmlformats.org/officeDocument/2006/relationships/slide" Target="/ppt/slides/slide7.xml" Id="Re26cc7cd8e594e9d" /><Relationship Type="http://schemas.openxmlformats.org/officeDocument/2006/relationships/notesMaster" Target="/ppt/notesMasters/notesMaster1.xml" Id="Rce8a6b9fa7dd452e" /></Relationships>
</file>

<file path=ppt/notesSlides/_rels/notesSlide8.xml.rels>&#65279;<?xml version="1.0" encoding="utf-8"?><Relationships xmlns="http://schemas.openxmlformats.org/package/2006/relationships"><Relationship Type="http://schemas.openxmlformats.org/officeDocument/2006/relationships/slide" Target="/ppt/slides/slide8.xml" Id="R03cac3ccc99b4520" /><Relationship Type="http://schemas.openxmlformats.org/officeDocument/2006/relationships/notesMaster" Target="/ppt/notesMasters/notesMaster1.xml" Id="R4e5d0ccf62304ab5" /></Relationships>
</file>

<file path=ppt/notesSlides/_rels/notesSlide9.xml.rels>&#65279;<?xml version="1.0" encoding="utf-8"?><Relationships xmlns="http://schemas.openxmlformats.org/package/2006/relationships"><Relationship Type="http://schemas.openxmlformats.org/officeDocument/2006/relationships/slide" Target="/ppt/slides/slide9.xml" Id="Rdb26f11109604ca1" /><Relationship Type="http://schemas.openxmlformats.org/officeDocument/2006/relationships/notesMaster" Target="/ppt/notesMasters/notesMaster1.xml" Id="R10f7cf4179f24f9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88f3dcff6094fa7" /><Relationship Type="http://schemas.openxmlformats.org/officeDocument/2006/relationships/notesMaster" Target="/ppt/notesMasters/notesMaster1.xml" Id="R58e5005e71f3482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seconds. WolfBox is a coding tutor and course companion that remembers the student’s work. It connects a native Mac app, persistent student workspaces, and a physical assignment reminder. Open on the human idea: work already done should help the next time a student gets stuck.</a:t>
            </a:r>
          </a:p>
          <a:p xmlns:a="http://schemas.openxmlformats.org/drawingml/2006/main">
            <a:r>
              <a:t/>
            </a:r>
          </a:p>
          <a:p xmlns:a="http://schemas.openxmlformats.org/drawingml/2006/main">
            <a:r>
              <a:t>SOURCE NOTES</a:t>
            </a:r>
          </a:p>
          <a:p xmlns:a="http://schemas.openxmlformats.org/drawingml/2006/main">
            <a:r>
              <a:t>Current app source: origin/main ef73102, merged into Presentation at 5d8a2f4. Hardware asset: presentations/wolfbox-hardware.png, added in 9a07c89. SPEC.md §1–3; README.md Architecture; CanvasLink/README.txt.</a:t>
            </a:r>
          </a:p>
          <a:p xmlns:a="http://schemas.openxmlformats.org/drawingml/2006/main">
            <a:r>
              <a:t>Interface images are the repository’s native macOS captures using synthetic sample student records. Gemma responses shown in those captures come from its fixture backend. The hardware image is the supplied CAD render.</a:t>
            </a:r>
          </a:p>
          <a:p xmlns:a="http://schemas.openxmlformats.org/drawingml/2006/main">
            <a:r>
              <a:t>Design reference: https://brand.ncsu.edu/designing-for-nc-state/color/ . Wolfpack Red #CC0000, black, and white.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Think about the opening of office hours: what have you tried? The student has to reconstruct failed tests and earlier edits before the TA can help. The same missing context also makes a generic tutoring conversation less useful. WolfBox keeps that history with the work, so the next conversation can begin with the actual problem.</a:t>
            </a:r>
          </a:p>
          <a:p xmlns:a="http://schemas.openxmlformats.org/drawingml/2006/main">
            <a:r>
              <a:t/>
            </a:r>
          </a:p>
          <a:p xmlns:a="http://schemas.openxmlformats.org/drawingml/2006/main">
            <a:r>
              <a:t>SOURCE NOTES</a:t>
            </a:r>
          </a:p>
          <a:p xmlns:a="http://schemas.openxmlformats.org/drawingml/2006/main">
            <a:r>
              <a:t>Current app source: origin/main ef73102, merged into Presentation at 5d8a2f4. Hardware asset: presentations/wolfbox-hardware.png, added in 9a07c89. SPEC.md §1 Problem; box/wolfbox/store.py; box/wolfbox/tutor.py.</a:t>
            </a:r>
          </a:p>
          <a:p xmlns:a="http://schemas.openxmlformats.org/drawingml/2006/main">
            <a:r>
              <a:t>Interface images are the repository’s native macOS captures using synthetic sample student records. Gemma responses shown in those captures come from its fixture backend. The hardware image is the supplied CAD render.</a:t>
            </a:r>
          </a:p>
          <a:p xmlns:a="http://schemas.openxmlformats.org/drawingml/2006/main">
            <a:r>
              <a:t>Design reference: https://brand.ncsu.edu/designing-for-nc-state/color/ . Wolfpack Red #CC0000, black, and white.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 Alex runs the assignment tests. The box keeps the submitted code, the result, and recurring mistake tags. The hint can then connect a current loop-bound failure to an earlier HW2 attempt. This is the core product: tutoring that can use the student’s own work as context. The fixture screenshot illustrates that connection.</a:t>
            </a:r>
          </a:p>
          <a:p xmlns:a="http://schemas.openxmlformats.org/drawingml/2006/main">
            <a:r>
              <a:t/>
            </a:r>
          </a:p>
          <a:p xmlns:a="http://schemas.openxmlformats.org/drawingml/2006/main">
            <a:r>
              <a:t>SOURCE NOTES</a:t>
            </a:r>
          </a:p>
          <a:p xmlns:a="http://schemas.openxmlformats.org/drawingml/2006/main">
            <a:r>
              <a:t>Current app source: origin/main ef73102, merged into Presentation at 5d8a2f4. Hardware asset: presentations/wolfbox-hardware.png, added in 9a07c89. SPEC.md §5 LEARN; box/wolfbox/tutor.py on_run_complete; apple/screenshots/learn-dark.png.</a:t>
            </a:r>
          </a:p>
          <a:p xmlns:a="http://schemas.openxmlformats.org/drawingml/2006/main">
            <a:r>
              <a:t>Interface images are the repository’s native macOS captures using synthetic sample student records. Gemma responses shown in those captures come from its fixture backend. The hardware image is the supplied CAD render.</a:t>
            </a:r>
          </a:p>
          <a:p xmlns:a="http://schemas.openxmlformats.org/drawingml/2006/main">
            <a:r>
              <a:t>Design reference: https://brand.ncsu.edu/designing-for-nc-state/color/ . Wolfpack Red #CC0000, black, and white.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When a student keeps failing, the app can nudge them toward help. The TA handoff summarizes where the student is stuck, the changes they tried, and a useful starting question. It gives the TA the story before the student has to retell it. The native app lets the student review a drafted message and choose how to share it.</a:t>
            </a:r>
          </a:p>
          <a:p xmlns:a="http://schemas.openxmlformats.org/drawingml/2006/main">
            <a:r>
              <a:t/>
            </a:r>
          </a:p>
          <a:p xmlns:a="http://schemas.openxmlformats.org/drawingml/2006/main">
            <a:r>
              <a:t>SOURCE NOTES</a:t>
            </a:r>
          </a:p>
          <a:p xmlns:a="http://schemas.openxmlformats.org/drawingml/2006/main">
            <a:r>
              <a:t>Current app source: origin/main ef73102, merged into Presentation at 5d8a2f4. Hardware asset: presentations/wolfbox-hardware.png, added in 9a07c89. SPEC.md §5 HELP; box/wolfbox/nudge.py; apple/README.md Learn and TA; apple/screenshots/ta.png.</a:t>
            </a:r>
          </a:p>
          <a:p xmlns:a="http://schemas.openxmlformats.org/drawingml/2006/main">
            <a:r>
              <a:t>Interface images are the repository’s native macOS captures using synthetic sample student records. Gemma responses shown in those captures come from its fixture backend. The hardware image is the supplied CAD render.</a:t>
            </a:r>
          </a:p>
          <a:p xmlns:a="http://schemas.openxmlformats.org/drawingml/2006/main">
            <a:r>
              <a:t>Design reference: https://brand.ncsu.edu/designing-for-nc-state/color/ . Wolfpack Red #CC0000, black, and white.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A student can lose time working from instructions that changed. WolfBox’s course sync brings together new material, changes, and deadlines. The current Canvas integration imports published assignment instructions, links, and due dates through a course picker. The screenshot shows change detection on the bundled course: the empty-input requirement changed, and the update explains it. Executable workspaces come from course items that include tests; Canvas instruction imports are a separate flow.</a:t>
            </a:r>
          </a:p>
          <a:p xmlns:a="http://schemas.openxmlformats.org/drawingml/2006/main">
            <a:r>
              <a:t/>
            </a:r>
          </a:p>
          <a:p xmlns:a="http://schemas.openxmlformats.org/drawingml/2006/main">
            <a:r>
              <a:t>SOURCE NOTES</a:t>
            </a:r>
          </a:p>
          <a:p xmlns:a="http://schemas.openxmlformats.org/drawingml/2006/main">
            <a:r>
              <a:t>Current app source: origin/main ef73102, merged into Presentation at 5d8a2f4. Hardware asset: presentations/wolfbox-hardware.png, added in 9a07c89. README.md Canvas assignments; SPEC.md §5 SYNC; apple/screenshots/course.png; box/wolfbox/sync/process.py.</a:t>
            </a:r>
          </a:p>
          <a:p xmlns:a="http://schemas.openxmlformats.org/drawingml/2006/main">
            <a:r>
              <a:t>Interface images are the repository’s native macOS captures using synthetic sample student records. Gemma responses shown in those captures come from its fixture backend. The hardware image is the supplied CAD render.</a:t>
            </a:r>
          </a:p>
          <a:p xmlns:a="http://schemas.openxmlformats.org/drawingml/2006/main">
            <a:r>
              <a:t>Design reference: https://brand.ncsu.edu/designing-for-nc-state/color/ . Wolfpack Red #CC0000, black, and white.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Registration has to fit a life outside class. A student writes preferences in plain language, reviews the parsed constraints, then asks for schedules. A deterministic solver selects catalog sections and checks time conflicts. Gemma parses and explains; it does not invent sections. The app also shows remaining degree requirements. The displayed calendar is sample data. Public NC State schedule snapshots are an available catalog source, while the transcript and requirement mappings used by this demo are synthetic.</a:t>
            </a:r>
          </a:p>
          <a:p xmlns:a="http://schemas.openxmlformats.org/drawingml/2006/main">
            <a:r>
              <a:t/>
            </a:r>
          </a:p>
          <a:p xmlns:a="http://schemas.openxmlformats.org/drawingml/2006/main">
            <a:r>
              <a:t>SOURCE NOTES</a:t>
            </a:r>
          </a:p>
          <a:p xmlns:a="http://schemas.openxmlformats.org/drawingml/2006/main">
            <a:r>
              <a:t>Current app source: origin/main ef73102, merged into Presentation at 5d8a2f4. Hardware asset: presentations/wolfbox-hardware.png, added in 9a07c89. README.md Registration planner: public NC State schedules; box/wolfbox/planner/solver.py; apple/screenshots/plan.png.</a:t>
            </a:r>
          </a:p>
          <a:p xmlns:a="http://schemas.openxmlformats.org/drawingml/2006/main">
            <a:r>
              <a:t>Interface images are the repository’s native macOS captures using synthetic sample student records. Gemma responses shown in those captures come from its fixture backend. The hardware image is the supplied CAD render.</a:t>
            </a:r>
          </a:p>
          <a:p xmlns:a="http://schemas.openxmlformats.org/drawingml/2006/main">
            <a:r>
              <a:t>Design reference: https://brand.ncsu.edu/designing-for-nc-state/color/ . Wolfpack Red #CC0000, black, and white.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A deadline hidden in another tab is easy to miss. The Arduino UNO Q companion puts the next eligible unsubmitted Canvas assignment on the desk. A Mac reads Canvas and sends the course, assignment, and upcoming due date over USB, refreshing every five minutes. The image is the team’s WolfBox enclosure CAD render from GitHub. The updater currently targets WCPSS Canvas and reads rather than changes assignments.</a:t>
            </a:r>
          </a:p>
          <a:p xmlns:a="http://schemas.openxmlformats.org/drawingml/2006/main">
            <a:r>
              <a:t/>
            </a:r>
          </a:p>
          <a:p xmlns:a="http://schemas.openxmlformats.org/drawingml/2006/main">
            <a:r>
              <a:t>SOURCE NOTES</a:t>
            </a:r>
          </a:p>
          <a:p xmlns:a="http://schemas.openxmlformats.org/drawingml/2006/main">
            <a:r>
              <a:t>Current app source: origin/main ef73102, merged into Presentation at 5d8a2f4. Hardware asset: presentations/wolfbox-hardware.png, added in 9a07c89. presentations/wolfbox-hardware.png; CanvasLink/README.txt; CanvasLink/canvas_link.py; CanvasLink/CanvasDisplay/CanvasDisplay.ino.</a:t>
            </a:r>
          </a:p>
          <a:p xmlns:a="http://schemas.openxmlformats.org/drawingml/2006/main">
            <a:r>
              <a:t>Interface images are the repository’s native macOS captures using synthetic sample student records. Gemma responses shown in those captures come from its fixture backend. The hardware image is the supplied CAD render.</a:t>
            </a:r>
          </a:p>
          <a:p xmlns:a="http://schemas.openxmlformats.org/drawingml/2006/main">
            <a:r>
              <a:t>Design reference: https://brand.ncsu.edu/designing-for-nc-state/color/ . Wolfpack Red #CC0000, black, and white.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 SwiftUI is now the primary client. At launch it checks configuration and prompts for a Maritime key when needed, then sends the key to the orchestrator. Maritime is the default box backend. The orchestrator maps students to their boxes, where runs, snapshots, profiles, and course state live. Gemma handles hints, summaries, and preference parsing. The repository also supports local Ollama. Explain the division of work, not an unmeasured speed or cost claim.</a:t>
            </a:r>
          </a:p>
          <a:p xmlns:a="http://schemas.openxmlformats.org/drawingml/2006/main">
            <a:r>
              <a:t/>
            </a:r>
          </a:p>
          <a:p xmlns:a="http://schemas.openxmlformats.org/drawingml/2006/main">
            <a:r>
              <a:t>SOURCE NOTES</a:t>
            </a:r>
          </a:p>
          <a:p xmlns:a="http://schemas.openxmlformats.org/drawingml/2006/main">
            <a:r>
              <a:t>Current app source: origin/main ef73102, merged into Presentation at 5d8a2f4. Hardware asset: presentations/wolfbox-hardware.png, added in 9a07c89. README.md Native macOS SwiftUI Client and Architecture; apple/Sources/WolfBox/RootView.swift; apple/Sources/WolfBox/AppModel.swift; orchestrator/wolfhub/main.py; orchestrator/wolfhub/boxes.py.</a:t>
            </a:r>
          </a:p>
          <a:p xmlns:a="http://schemas.openxmlformats.org/drawingml/2006/main">
            <a:r>
              <a:t>Interface images are the repository’s native macOS captures using synthetic sample student records. Gemma responses shown in those captures come from its fixture backend. The hardware image is the supplied CAD render.</a:t>
            </a:r>
          </a:p>
          <a:p xmlns:a="http://schemas.openxmlformats.org/drawingml/2006/main">
            <a:r>
              <a:t>Design reference: https://brand.ncsu.edu/designing-for-nc-state/color/ . Wolfpack Red #CC0000, black, and white.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This is the memory test. Run the same buggy HW4 submission for Alex, who has earlier assignment history, and Sam, who starts fresh. Alex’s hint can connect the issue to HW2. Sam has no prior assignment to cite. Show the different context, then open Alex’s TA summary. Alex and Sam are the repository’s fictional demo students.</a:t>
            </a:r>
          </a:p>
          <a:p xmlns:a="http://schemas.openxmlformats.org/drawingml/2006/main">
            <a:r>
              <a:t/>
            </a:r>
          </a:p>
          <a:p xmlns:a="http://schemas.openxmlformats.org/drawingml/2006/main">
            <a:r>
              <a:t>SOURCE NOTES</a:t>
            </a:r>
          </a:p>
          <a:p xmlns:a="http://schemas.openxmlformats.org/drawingml/2006/main">
            <a:r>
              <a:t>Current app source: origin/main ef73102, merged into Presentation at 5d8a2f4. Hardware asset: presentations/wolfbox-hardware.png, added in 9a07c89. SPEC.md §6 Demo script; README.md Demo flow; scripts/demo_reset.py; seed/README.md.</a:t>
            </a:r>
          </a:p>
          <a:p xmlns:a="http://schemas.openxmlformats.org/drawingml/2006/main">
            <a:r>
              <a:t>Interface images are the repository’s native macOS captures using synthetic sample student records. Gemma responses shown in those captures come from its fixture backend. The hardware image is the supplied CAD render.</a:t>
            </a:r>
          </a:p>
          <a:p xmlns:a="http://schemas.openxmlformats.org/drawingml/2006/main">
            <a:r>
              <a:t>Design reference: https://brand.ncsu.edu/designing-for-nc-state/color/ . Wolfpack Red #CC0000, black, and white.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seconds. Close with the connection between the features. The student keeps the context behind a bug. The TA gets the story. Course changes and deadlines stay visible. WolfBox gives the next learning session a better starting point. Finish by returning to the demo rather than adding a roadmap or readiness checklist.</a:t>
            </a:r>
          </a:p>
          <a:p xmlns:a="http://schemas.openxmlformats.org/drawingml/2006/main">
            <a:r>
              <a:t/>
            </a:r>
          </a:p>
          <a:p xmlns:a="http://schemas.openxmlformats.org/drawingml/2006/main">
            <a:r>
              <a:t>SOURCE NOTES</a:t>
            </a:r>
          </a:p>
          <a:p xmlns:a="http://schemas.openxmlformats.org/drawingml/2006/main">
            <a:r>
              <a:t>Current app source: origin/main ef73102, merged into Presentation at 5d8a2f4. Hardware asset: presentations/wolfbox-hardware.png, added in 9a07c89. SPEC.md §1–3; README.md; CanvasLink/README.txt.</a:t>
            </a:r>
          </a:p>
          <a:p xmlns:a="http://schemas.openxmlformats.org/drawingml/2006/main">
            <a:r>
              <a:t>Interface images are the repository’s native macOS captures using synthetic sample student records. Gemma responses shown in those captures come from its fixture backend. The hardware image is the supplied CAD render.</a:t>
            </a:r>
          </a:p>
          <a:p xmlns:a="http://schemas.openxmlformats.org/drawingml/2006/main">
            <a:r>
              <a:t>Design reference: https://brand.ncsu.edu/designing-for-nc-state/color/ . Wolfpack Red #CC0000, black, and white.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94bc4da741c49d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c62c1cf269c42e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53cde38e296485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4c9459ae7214f5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142f6d5f46a4ba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e63373986fd40d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63A171-32B1-4322-A9CF-3E8C3E51BC8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5B3618D-8E01-4D29-BDB1-6569541CA0B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DDC44FE-0FC6-4EED-98B5-CF3854308ED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8FA44E6-14BD-47C8-85CF-840D8ED34A8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197935C-46FC-487F-943D-93010ED192C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2BF0F85-F5EE-4AA9-A4CD-7F24309DB95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3EC4E92-2232-435C-83E9-087B73BEFCE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0B3E7FE-F155-4646-8596-4815F081DBB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B9CF7CD-D97B-4833-9F4F-C6CFC669733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9F4818E-F938-4E70-9E78-1178C63600C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245a9decb07455b" /><Relationship Type="http://schemas.openxmlformats.org/officeDocument/2006/relationships/slideLayout" Target="/ppt/slideLayouts/slideLayout1.xml" Id="Rec916745bcbf4907" /><Relationship Type="http://schemas.openxmlformats.org/officeDocument/2006/relationships/slideLayout" Target="/ppt/slideLayouts/slideLayout2.xml" Id="R51276525645242c7" /><Relationship Type="http://schemas.openxmlformats.org/officeDocument/2006/relationships/slideLayout" Target="/ppt/slideLayouts/slideLayout3.xml" Id="R98cb22a6720f4465" /><Relationship Type="http://schemas.openxmlformats.org/officeDocument/2006/relationships/slideLayout" Target="/ppt/slideLayouts/slideLayout4.xml" Id="R8aad5843091e47b2" /><Relationship Type="http://schemas.openxmlformats.org/officeDocument/2006/relationships/slideLayout" Target="/ppt/slideLayouts/slideLayout5.xml" Id="R7e6d1de3b7b849b7" /><Relationship Type="http://schemas.openxmlformats.org/officeDocument/2006/relationships/slideLayout" Target="/ppt/slideLayouts/slideLayout6.xml" Id="R9040dc2c644748c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c916745bcbf4907"/>
    <p:sldLayoutId xmlns:r="http://schemas.openxmlformats.org/officeDocument/2006/relationships" id="2147483650" r:id="R51276525645242c7"/>
    <p:sldLayoutId xmlns:r="http://schemas.openxmlformats.org/officeDocument/2006/relationships" id="2147483651" r:id="R98cb22a6720f4465"/>
    <p:sldLayoutId xmlns:r="http://schemas.openxmlformats.org/officeDocument/2006/relationships" id="2147483652" r:id="R8aad5843091e47b2"/>
    <p:sldLayoutId xmlns:r="http://schemas.openxmlformats.org/officeDocument/2006/relationships" id="2147483653" r:id="R7e6d1de3b7b849b7"/>
    <p:sldLayoutId xmlns:r="http://schemas.openxmlformats.org/officeDocument/2006/relationships" id="2147483654" r:id="R9040dc2c644748c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b52df1e34174d5a" /><Relationship Type="http://schemas.openxmlformats.org/officeDocument/2006/relationships/notesSlide" Target="/ppt/notesSlides/notesSlide1.xml" Id="R82932f52d06f47b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cd990b2ba364427" /><Relationship Type="http://schemas.openxmlformats.org/officeDocument/2006/relationships/notesSlide" Target="/ppt/notesSlides/notesSlide2.xml" Id="R79fc5e30af1a46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2346e3856804e32" /><Relationship Type="http://schemas.openxmlformats.org/officeDocument/2006/relationships/image" Target="/ppt/media/image.png" Id="Ra0ebf7ffeaa24c30" /><Relationship Type="http://schemas.openxmlformats.org/officeDocument/2006/relationships/notesSlide" Target="/ppt/notesSlides/notesSlide3.xml" Id="R7791adf5cbda40c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b914109c17a40e8" /><Relationship Type="http://schemas.openxmlformats.org/officeDocument/2006/relationships/image" Target="/ppt/media/image2.png" Id="R9515bd9c4f124b27" /><Relationship Type="http://schemas.openxmlformats.org/officeDocument/2006/relationships/notesSlide" Target="/ppt/notesSlides/notesSlide4.xml" Id="R832af92db457445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bf43f55beb84ab5" /><Relationship Type="http://schemas.openxmlformats.org/officeDocument/2006/relationships/image" Target="/ppt/media/image3.png" Id="Rf50d30e9763242ac" /><Relationship Type="http://schemas.openxmlformats.org/officeDocument/2006/relationships/notesSlide" Target="/ppt/notesSlides/notesSlide5.xml" Id="R51b87fa3f171483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421ca20fdf249a7" /><Relationship Type="http://schemas.openxmlformats.org/officeDocument/2006/relationships/image" Target="/ppt/media/image4.png" Id="Rfb146ea97cfb41b9" /><Relationship Type="http://schemas.openxmlformats.org/officeDocument/2006/relationships/notesSlide" Target="/ppt/notesSlides/notesSlide6.xml" Id="R0c2b736c35394f2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4adae0516664868" /><Relationship Type="http://schemas.openxmlformats.org/officeDocument/2006/relationships/image" Target="/ppt/media/image5.png" Id="Rc7b214e6360746e2" /><Relationship Type="http://schemas.openxmlformats.org/officeDocument/2006/relationships/notesSlide" Target="/ppt/notesSlides/notesSlide7.xml" Id="Re15b7fb483474ed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82b9123fcc84ddc" /><Relationship Type="http://schemas.openxmlformats.org/officeDocument/2006/relationships/notesSlide" Target="/ppt/notesSlides/notesSlide8.xml" Id="R44753877e8e746c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bf120a39d704123" /><Relationship Type="http://schemas.openxmlformats.org/officeDocument/2006/relationships/notesSlide" Target="/ppt/notesSlides/notesSlide9.xml" Id="R53c36f7b18b541d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0792f61093544fd" /><Relationship Type="http://schemas.openxmlformats.org/officeDocument/2006/relationships/notesSlide" Target="/ppt/notesSlides/notesSlide10.xml" Id="R4637f522264545bc" /></Relationships>
</file>

<file path=ppt/slides/slide1.xml><?xml version="1.0" encoding="utf-8"?>
<p:sld xmlns:p="http://schemas.openxmlformats.org/presentationml/2006/main">
  <p:cSld>
    <p:bg>
      <p:bgPr>
        <a:solidFill xmlns:a="http://schemas.openxmlformats.org/drawingml/2006/main">
          <a:srgbClr val="CC000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59B8825-3E81-4294-ABAB-79635484FF11}"/>
              </a:ext>
            </a:extLst>
          </p:cNvPr>
          <p:cNvSpPr>
            <a:spLocks xmlns:a="http://schemas.openxmlformats.org/drawingml/2006/main" noGrp="1"/>
          </p:cNvSpPr>
          <p:nvPr/>
        </p:nvSpPr>
        <p:spPr>
          <a:xfrm xmlns:a="http://schemas.openxmlformats.org/drawingml/2006/main">
            <a:off x="533400" y="742950"/>
            <a:ext cx="11049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850" b="1">
                <a:solidFill>
                  <a:srgbClr val="FFFFFF"/>
                </a:solidFill>
                <a:latin typeface="Arial"/>
                <a:ea typeface="Arial"/>
                <a:cs typeface="Arial"/>
              </a:defRPr>
            </a:defPPr>
            <a:lvl1pPr>
              <a:defRPr sz="11850" b="1">
                <a:solidFill>
                  <a:srgbClr val="FFFFFF"/>
                </a:solidFill>
                <a:latin typeface="Arial"/>
                <a:ea typeface="Arial"/>
                <a:cs typeface="Arial"/>
              </a:defRPr>
            </a:lvl1pPr>
            <a:lvl2pPr>
              <a:defRPr sz="11850" b="1">
                <a:solidFill>
                  <a:srgbClr val="FFFFFF"/>
                </a:solidFill>
                <a:latin typeface="Arial"/>
                <a:ea typeface="Arial"/>
                <a:cs typeface="Arial"/>
              </a:defRPr>
            </a:lvl2pPr>
            <a:lvl3pPr>
              <a:defRPr sz="11850" b="1">
                <a:solidFill>
                  <a:srgbClr val="FFFFFF"/>
                </a:solidFill>
                <a:latin typeface="Arial"/>
                <a:ea typeface="Arial"/>
                <a:cs typeface="Arial"/>
              </a:defRPr>
            </a:lvl3pPr>
            <a:lvl4pPr>
              <a:defRPr sz="11850" b="1">
                <a:solidFill>
                  <a:srgbClr val="FFFFFF"/>
                </a:solidFill>
                <a:latin typeface="Arial"/>
                <a:ea typeface="Arial"/>
                <a:cs typeface="Arial"/>
              </a:defRPr>
            </a:lvl4pPr>
            <a:lvl5pPr>
              <a:defRPr sz="11850" b="1">
                <a:solidFill>
                  <a:srgbClr val="FFFFFF"/>
                </a:solidFill>
                <a:latin typeface="Arial"/>
                <a:ea typeface="Arial"/>
                <a:cs typeface="Arial"/>
              </a:defRPr>
            </a:lvl5pPr>
            <a:lvl6pPr>
              <a:defRPr sz="11850" b="1">
                <a:solidFill>
                  <a:srgbClr val="FFFFFF"/>
                </a:solidFill>
                <a:latin typeface="Arial"/>
                <a:ea typeface="Arial"/>
                <a:cs typeface="Arial"/>
              </a:defRPr>
            </a:lvl6pPr>
            <a:lvl7pPr>
              <a:defRPr sz="11850" b="1">
                <a:solidFill>
                  <a:srgbClr val="FFFFFF"/>
                </a:solidFill>
                <a:latin typeface="Arial"/>
                <a:ea typeface="Arial"/>
                <a:cs typeface="Arial"/>
              </a:defRPr>
            </a:lvl7pPr>
            <a:lvl8pPr>
              <a:defRPr sz="11850" b="1">
                <a:solidFill>
                  <a:srgbClr val="FFFFFF"/>
                </a:solidFill>
                <a:latin typeface="Arial"/>
                <a:ea typeface="Arial"/>
                <a:cs typeface="Arial"/>
              </a:defRPr>
            </a:lvl8pPr>
            <a:lvl9pPr>
              <a:defRPr sz="11850" b="1">
                <a:solidFill>
                  <a:srgbClr val="FFFFFF"/>
                </a:solidFill>
                <a:latin typeface="Arial"/>
                <a:ea typeface="Arial"/>
                <a:cs typeface="Arial"/>
              </a:defRPr>
            </a:lvl9pPr>
          </a:lstStyle>
          <a:p xmlns:a="http://schemas.openxmlformats.org/drawingml/2006/main">
            <a:pPr>
              <a:defRPr sz="11850" b="1">
                <a:solidFill>
                  <a:srgbClr val="FFFFFF"/>
                </a:solidFill>
                <a:latin typeface="Arial"/>
                <a:ea typeface="Arial"/>
                <a:cs typeface="Arial"/>
              </a:defRPr>
            </a:pPr>
            <a:r>
              <a:rPr sz="11850" b="1">
                <a:solidFill>
                  <a:srgbClr val="FFFFFF"/>
                </a:solidFill>
                <a:latin typeface="Arial"/>
                <a:ea typeface="Arial"/>
                <a:cs typeface="Arial"/>
              </a:rPr>
              <a:t>WolfBox</a:t>
            </a:r>
          </a:p>
        </p:txBody>
      </p:sp>
      <p:sp>
        <p:nvSpPr>
          <p:cNvPr id="2" name="">
            <a:extLst xmlns:a="http://schemas.openxmlformats.org/drawingml/2006/main">
              <a:ext uri="{FF2B5EF4-FFF2-40B4-BE49-F238E27FC236}">
                <a16:creationId xmlns:a16="http://schemas.microsoft.com/office/drawing/2014/main" id="{DF50932A-1C2C-4464-B2E3-35CCBB8B1D9F}"/>
              </a:ext>
            </a:extLst>
          </p:cNvPr>
          <p:cNvSpPr>
            <a:spLocks xmlns:a="http://schemas.openxmlformats.org/drawingml/2006/main" noGrp="1"/>
          </p:cNvSpPr>
          <p:nvPr/>
        </p:nvSpPr>
        <p:spPr>
          <a:xfrm xmlns:a="http://schemas.openxmlformats.org/drawingml/2006/main">
            <a:off x="609600" y="3143250"/>
            <a:ext cx="7429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100" b="1">
                <a:solidFill>
                  <a:srgbClr val="FFFFFF"/>
                </a:solidFill>
                <a:latin typeface="Arial"/>
                <a:ea typeface="Arial"/>
                <a:cs typeface="Arial"/>
              </a:defRPr>
            </a:defPPr>
            <a:lvl1pPr>
              <a:defRPr sz="5100" b="1">
                <a:solidFill>
                  <a:srgbClr val="FFFFFF"/>
                </a:solidFill>
                <a:latin typeface="Arial"/>
                <a:ea typeface="Arial"/>
                <a:cs typeface="Arial"/>
              </a:defRPr>
            </a:lvl1pPr>
            <a:lvl2pPr>
              <a:defRPr sz="5100" b="1">
                <a:solidFill>
                  <a:srgbClr val="FFFFFF"/>
                </a:solidFill>
                <a:latin typeface="Arial"/>
                <a:ea typeface="Arial"/>
                <a:cs typeface="Arial"/>
              </a:defRPr>
            </a:lvl2pPr>
            <a:lvl3pPr>
              <a:defRPr sz="5100" b="1">
                <a:solidFill>
                  <a:srgbClr val="FFFFFF"/>
                </a:solidFill>
                <a:latin typeface="Arial"/>
                <a:ea typeface="Arial"/>
                <a:cs typeface="Arial"/>
              </a:defRPr>
            </a:lvl3pPr>
            <a:lvl4pPr>
              <a:defRPr sz="5100" b="1">
                <a:solidFill>
                  <a:srgbClr val="FFFFFF"/>
                </a:solidFill>
                <a:latin typeface="Arial"/>
                <a:ea typeface="Arial"/>
                <a:cs typeface="Arial"/>
              </a:defRPr>
            </a:lvl4pPr>
            <a:lvl5pPr>
              <a:defRPr sz="5100" b="1">
                <a:solidFill>
                  <a:srgbClr val="FFFFFF"/>
                </a:solidFill>
                <a:latin typeface="Arial"/>
                <a:ea typeface="Arial"/>
                <a:cs typeface="Arial"/>
              </a:defRPr>
            </a:lvl5pPr>
            <a:lvl6pPr>
              <a:defRPr sz="5100" b="1">
                <a:solidFill>
                  <a:srgbClr val="FFFFFF"/>
                </a:solidFill>
                <a:latin typeface="Arial"/>
                <a:ea typeface="Arial"/>
                <a:cs typeface="Arial"/>
              </a:defRPr>
            </a:lvl6pPr>
            <a:lvl7pPr>
              <a:defRPr sz="5100" b="1">
                <a:solidFill>
                  <a:srgbClr val="FFFFFF"/>
                </a:solidFill>
                <a:latin typeface="Arial"/>
                <a:ea typeface="Arial"/>
                <a:cs typeface="Arial"/>
              </a:defRPr>
            </a:lvl7pPr>
            <a:lvl8pPr>
              <a:defRPr sz="5100" b="1">
                <a:solidFill>
                  <a:srgbClr val="FFFFFF"/>
                </a:solidFill>
                <a:latin typeface="Arial"/>
                <a:ea typeface="Arial"/>
                <a:cs typeface="Arial"/>
              </a:defRPr>
            </a:lvl8pPr>
            <a:lvl9pPr>
              <a:defRPr sz="5100" b="1">
                <a:solidFill>
                  <a:srgbClr val="FFFFFF"/>
                </a:solidFill>
                <a:latin typeface="Arial"/>
                <a:ea typeface="Arial"/>
                <a:cs typeface="Arial"/>
              </a:defRPr>
            </a:lvl9pPr>
          </a:lstStyle>
          <a:p xmlns:a="http://schemas.openxmlformats.org/drawingml/2006/main">
            <a:pPr>
              <a:defRPr sz="5100" b="1">
                <a:solidFill>
                  <a:srgbClr val="FFFFFF"/>
                </a:solidFill>
                <a:latin typeface="Arial"/>
                <a:ea typeface="Arial"/>
                <a:cs typeface="Arial"/>
              </a:defRPr>
            </a:pPr>
            <a:r>
              <a:rPr sz="5100" b="1">
                <a:solidFill>
                  <a:srgbClr val="FFFFFF"/>
                </a:solidFill>
                <a:latin typeface="Arial"/>
                <a:ea typeface="Arial"/>
                <a:cs typeface="Arial"/>
              </a:rPr>
              <a:t>Your work,</a:t>
            </a:r>
          </a:p>
          <a:p xmlns:a="http://schemas.openxmlformats.org/drawingml/2006/main">
            <a:pPr>
              <a:defRPr sz="5100" b="1">
                <a:solidFill>
                  <a:srgbClr val="FFFFFF"/>
                </a:solidFill>
                <a:latin typeface="Arial"/>
                <a:ea typeface="Arial"/>
                <a:cs typeface="Arial"/>
              </a:defRPr>
            </a:pPr>
            <a:r>
              <a:rPr sz="5100" b="1">
                <a:solidFill>
                  <a:srgbClr val="FFFFFF"/>
                </a:solidFill>
                <a:latin typeface="Arial"/>
                <a:ea typeface="Arial"/>
                <a:cs typeface="Arial"/>
              </a:rPr>
              <a:t>remembered.</a:t>
            </a:r>
          </a:p>
        </p:txBody>
      </p:sp>
      <p:sp>
        <p:nvSpPr>
          <p:cNvPr id="3" name="">
            <a:extLst xmlns:a="http://schemas.openxmlformats.org/drawingml/2006/main">
              <a:ext uri="{FF2B5EF4-FFF2-40B4-BE49-F238E27FC236}">
                <a16:creationId xmlns:a16="http://schemas.microsoft.com/office/drawing/2014/main" id="{B1063AF8-BC40-45E7-B35E-2BC4B54244D5}"/>
              </a:ext>
            </a:extLst>
          </p:cNvPr>
          <p:cNvSpPr>
            <a:spLocks xmlns:a="http://schemas.openxmlformats.org/drawingml/2006/main" noGrp="1"/>
          </p:cNvSpPr>
          <p:nvPr/>
        </p:nvSpPr>
        <p:spPr>
          <a:xfrm xmlns:a="http://schemas.openxmlformats.org/drawingml/2006/main">
            <a:off x="628650" y="5257800"/>
            <a:ext cx="9715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FFFFFF"/>
                </a:solidFill>
                <a:latin typeface="Arial"/>
                <a:ea typeface="Arial"/>
                <a:cs typeface="Arial"/>
              </a:defRPr>
            </a:defPPr>
            <a:lvl1pPr>
              <a:defRPr sz="2175" b="0">
                <a:solidFill>
                  <a:srgbClr val="FFFFFF"/>
                </a:solidFill>
                <a:latin typeface="Arial"/>
                <a:ea typeface="Arial"/>
                <a:cs typeface="Arial"/>
              </a:defRPr>
            </a:lvl1pPr>
            <a:lvl2pPr>
              <a:defRPr sz="2175" b="0">
                <a:solidFill>
                  <a:srgbClr val="FFFFFF"/>
                </a:solidFill>
                <a:latin typeface="Arial"/>
                <a:ea typeface="Arial"/>
                <a:cs typeface="Arial"/>
              </a:defRPr>
            </a:lvl2pPr>
            <a:lvl3pPr>
              <a:defRPr sz="2175" b="0">
                <a:solidFill>
                  <a:srgbClr val="FFFFFF"/>
                </a:solidFill>
                <a:latin typeface="Arial"/>
                <a:ea typeface="Arial"/>
                <a:cs typeface="Arial"/>
              </a:defRPr>
            </a:lvl3pPr>
            <a:lvl4pPr>
              <a:defRPr sz="2175" b="0">
                <a:solidFill>
                  <a:srgbClr val="FFFFFF"/>
                </a:solidFill>
                <a:latin typeface="Arial"/>
                <a:ea typeface="Arial"/>
                <a:cs typeface="Arial"/>
              </a:defRPr>
            </a:lvl4pPr>
            <a:lvl5pPr>
              <a:defRPr sz="2175" b="0">
                <a:solidFill>
                  <a:srgbClr val="FFFFFF"/>
                </a:solidFill>
                <a:latin typeface="Arial"/>
                <a:ea typeface="Arial"/>
                <a:cs typeface="Arial"/>
              </a:defRPr>
            </a:lvl5pPr>
            <a:lvl6pPr>
              <a:defRPr sz="2175" b="0">
                <a:solidFill>
                  <a:srgbClr val="FFFFFF"/>
                </a:solidFill>
                <a:latin typeface="Arial"/>
                <a:ea typeface="Arial"/>
                <a:cs typeface="Arial"/>
              </a:defRPr>
            </a:lvl6pPr>
            <a:lvl7pPr>
              <a:defRPr sz="2175" b="0">
                <a:solidFill>
                  <a:srgbClr val="FFFFFF"/>
                </a:solidFill>
                <a:latin typeface="Arial"/>
                <a:ea typeface="Arial"/>
                <a:cs typeface="Arial"/>
              </a:defRPr>
            </a:lvl7pPr>
            <a:lvl8pPr>
              <a:defRPr sz="2175" b="0">
                <a:solidFill>
                  <a:srgbClr val="FFFFFF"/>
                </a:solidFill>
                <a:latin typeface="Arial"/>
                <a:ea typeface="Arial"/>
                <a:cs typeface="Arial"/>
              </a:defRPr>
            </a:lvl8pPr>
            <a:lvl9pPr>
              <a:defRPr sz="2175" b="0">
                <a:solidFill>
                  <a:srgbClr val="FFFFFF"/>
                </a:solidFill>
                <a:latin typeface="Arial"/>
                <a:ea typeface="Arial"/>
                <a:cs typeface="Arial"/>
              </a:defRPr>
            </a:lvl9pPr>
          </a:lstStyle>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A coding tutor and course companion</a:t>
            </a:r>
          </a:p>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with a memory of your attempts.</a:t>
            </a:r>
          </a:p>
        </p:txBody>
      </p:sp>
      <p:sp>
        <p:nvSpPr>
          <p:cNvPr id="4" name="">
            <a:extLst xmlns:a="http://schemas.openxmlformats.org/drawingml/2006/main">
              <a:ext uri="{FF2B5EF4-FFF2-40B4-BE49-F238E27FC236}">
                <a16:creationId xmlns:a16="http://schemas.microsoft.com/office/drawing/2014/main" id="{56076AC2-EBD1-42E7-A839-7A256265DF6B}"/>
              </a:ext>
            </a:extLst>
          </p:cNvPr>
          <p:cNvSpPr>
            <a:spLocks xmlns:a="http://schemas.openxmlformats.org/drawingml/2006/main" noGrp="1"/>
          </p:cNvSpPr>
          <p:nvPr/>
        </p:nvSpPr>
        <p:spPr>
          <a:xfrm xmlns:a="http://schemas.openxmlformats.org/drawingml/2006/main">
            <a:off x="647700" y="6334125"/>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FFFFFF"/>
                </a:solidFill>
                <a:latin typeface="Arial"/>
                <a:ea typeface="Arial"/>
                <a:cs typeface="Arial"/>
              </a:defRPr>
            </a:defPPr>
            <a:lvl1pPr>
              <a:defRPr sz="1500" b="0">
                <a:solidFill>
                  <a:srgbClr val="FFFFFF"/>
                </a:solidFill>
                <a:latin typeface="Arial"/>
                <a:ea typeface="Arial"/>
                <a:cs typeface="Arial"/>
              </a:defRPr>
            </a:lvl1pPr>
            <a:lvl2pPr>
              <a:defRPr sz="1500" b="0">
                <a:solidFill>
                  <a:srgbClr val="FFFFFF"/>
                </a:solidFill>
                <a:latin typeface="Arial"/>
                <a:ea typeface="Arial"/>
                <a:cs typeface="Arial"/>
              </a:defRPr>
            </a:lvl2pPr>
            <a:lvl3pPr>
              <a:defRPr sz="1500" b="0">
                <a:solidFill>
                  <a:srgbClr val="FFFFFF"/>
                </a:solidFill>
                <a:latin typeface="Arial"/>
                <a:ea typeface="Arial"/>
                <a:cs typeface="Arial"/>
              </a:defRPr>
            </a:lvl3pPr>
            <a:lvl4pPr>
              <a:defRPr sz="1500" b="0">
                <a:solidFill>
                  <a:srgbClr val="FFFFFF"/>
                </a:solidFill>
                <a:latin typeface="Arial"/>
                <a:ea typeface="Arial"/>
                <a:cs typeface="Arial"/>
              </a:defRPr>
            </a:lvl4pPr>
            <a:lvl5pPr>
              <a:defRPr sz="1500" b="0">
                <a:solidFill>
                  <a:srgbClr val="FFFFFF"/>
                </a:solidFill>
                <a:latin typeface="Arial"/>
                <a:ea typeface="Arial"/>
                <a:cs typeface="Arial"/>
              </a:defRPr>
            </a:lvl5pPr>
            <a:lvl6pPr>
              <a:defRPr sz="1500" b="0">
                <a:solidFill>
                  <a:srgbClr val="FFFFFF"/>
                </a:solidFill>
                <a:latin typeface="Arial"/>
                <a:ea typeface="Arial"/>
                <a:cs typeface="Arial"/>
              </a:defRPr>
            </a:lvl6pPr>
            <a:lvl7pPr>
              <a:defRPr sz="1500" b="0">
                <a:solidFill>
                  <a:srgbClr val="FFFFFF"/>
                </a:solidFill>
                <a:latin typeface="Arial"/>
                <a:ea typeface="Arial"/>
                <a:cs typeface="Arial"/>
              </a:defRPr>
            </a:lvl7pPr>
            <a:lvl8pPr>
              <a:defRPr sz="1500" b="0">
                <a:solidFill>
                  <a:srgbClr val="FFFFFF"/>
                </a:solidFill>
                <a:latin typeface="Arial"/>
                <a:ea typeface="Arial"/>
                <a:cs typeface="Arial"/>
              </a:defRPr>
            </a:lvl8pPr>
            <a:lvl9pPr>
              <a:defRPr sz="1500" b="0">
                <a:solidFill>
                  <a:srgbClr val="FFFFFF"/>
                </a:solidFill>
                <a:latin typeface="Arial"/>
                <a:ea typeface="Arial"/>
                <a:cs typeface="Arial"/>
              </a:defRPr>
            </a:lvl9pPr>
          </a:lstStyle>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Hacktoberfest Hack Day Raleigh</a:t>
            </a:r>
          </a:p>
        </p:txBody>
      </p:sp>
    </p:spTree>
    <p:extLst>
      <p:ext uri="{BB962C8B-B14F-4D97-AF65-F5344CB8AC3E}">
        <p14:creationId xmlns:p14="http://schemas.microsoft.com/office/powerpoint/2010/main" val="1606241900"/>
      </p:ext>
    </p:extLst>
  </p:cSld>
</p:sld>
</file>

<file path=ppt/slides/slide2.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88DD71E-BD2B-436A-960F-C36189C1AE8A}"/>
              </a:ext>
            </a:extLst>
          </p:cNvPr>
          <p:cNvSpPr>
            <a:spLocks xmlns:a="http://schemas.openxmlformats.org/drawingml/2006/main" noGrp="1"/>
          </p:cNvSpPr>
          <p:nvPr/>
        </p:nvSpPr>
        <p:spPr>
          <a:xfrm xmlns:a="http://schemas.openxmlformats.org/drawingml/2006/main">
            <a:off x="609600" y="52387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CDCDCD"/>
                </a:solidFill>
                <a:latin typeface="Arial"/>
                <a:ea typeface="Arial"/>
                <a:cs typeface="Arial"/>
              </a:defRPr>
            </a:defPPr>
            <a:lvl1pPr>
              <a:defRPr sz="1725" b="1">
                <a:solidFill>
                  <a:srgbClr val="CDCDCD"/>
                </a:solidFill>
                <a:latin typeface="Arial"/>
                <a:ea typeface="Arial"/>
                <a:cs typeface="Arial"/>
              </a:defRPr>
            </a:lvl1pPr>
            <a:lvl2pPr>
              <a:defRPr sz="1725" b="1">
                <a:solidFill>
                  <a:srgbClr val="CDCDCD"/>
                </a:solidFill>
                <a:latin typeface="Arial"/>
                <a:ea typeface="Arial"/>
                <a:cs typeface="Arial"/>
              </a:defRPr>
            </a:lvl2pPr>
            <a:lvl3pPr>
              <a:defRPr sz="1725" b="1">
                <a:solidFill>
                  <a:srgbClr val="CDCDCD"/>
                </a:solidFill>
                <a:latin typeface="Arial"/>
                <a:ea typeface="Arial"/>
                <a:cs typeface="Arial"/>
              </a:defRPr>
            </a:lvl3pPr>
            <a:lvl4pPr>
              <a:defRPr sz="1725" b="1">
                <a:solidFill>
                  <a:srgbClr val="CDCDCD"/>
                </a:solidFill>
                <a:latin typeface="Arial"/>
                <a:ea typeface="Arial"/>
                <a:cs typeface="Arial"/>
              </a:defRPr>
            </a:lvl4pPr>
            <a:lvl5pPr>
              <a:defRPr sz="1725" b="1">
                <a:solidFill>
                  <a:srgbClr val="CDCDCD"/>
                </a:solidFill>
                <a:latin typeface="Arial"/>
                <a:ea typeface="Arial"/>
                <a:cs typeface="Arial"/>
              </a:defRPr>
            </a:lvl5pPr>
            <a:lvl6pPr>
              <a:defRPr sz="1725" b="1">
                <a:solidFill>
                  <a:srgbClr val="CDCDCD"/>
                </a:solidFill>
                <a:latin typeface="Arial"/>
                <a:ea typeface="Arial"/>
                <a:cs typeface="Arial"/>
              </a:defRPr>
            </a:lvl6pPr>
            <a:lvl7pPr>
              <a:defRPr sz="1725" b="1">
                <a:solidFill>
                  <a:srgbClr val="CDCDCD"/>
                </a:solidFill>
                <a:latin typeface="Arial"/>
                <a:ea typeface="Arial"/>
                <a:cs typeface="Arial"/>
              </a:defRPr>
            </a:lvl7pPr>
            <a:lvl8pPr>
              <a:defRPr sz="1725" b="1">
                <a:solidFill>
                  <a:srgbClr val="CDCDCD"/>
                </a:solidFill>
                <a:latin typeface="Arial"/>
                <a:ea typeface="Arial"/>
                <a:cs typeface="Arial"/>
              </a:defRPr>
            </a:lvl8pPr>
            <a:lvl9pPr>
              <a:defRPr sz="1725" b="1">
                <a:solidFill>
                  <a:srgbClr val="CDCDCD"/>
                </a:solidFill>
                <a:latin typeface="Arial"/>
                <a:ea typeface="Arial"/>
                <a:cs typeface="Arial"/>
              </a:defRPr>
            </a:lvl9pPr>
          </a:lstStyle>
          <a:p xmlns:a="http://schemas.openxmlformats.org/drawingml/2006/main">
            <a:pPr>
              <a:defRPr sz="1725" b="1">
                <a:solidFill>
                  <a:srgbClr val="CDCDCD"/>
                </a:solidFill>
                <a:latin typeface="Arial"/>
                <a:ea typeface="Arial"/>
                <a:cs typeface="Arial"/>
              </a:defRPr>
            </a:pPr>
            <a:r>
              <a:rPr sz="1725" b="1">
                <a:solidFill>
                  <a:srgbClr val="CDCDCD"/>
                </a:solidFill>
                <a:latin typeface="Arial"/>
                <a:ea typeface="Arial"/>
                <a:cs typeface="Arial"/>
              </a:rPr>
              <a:t>THE PROBLEM</a:t>
            </a:r>
          </a:p>
        </p:txBody>
      </p:sp>
      <p:sp>
        <p:nvSpPr>
          <p:cNvPr id="2" name="">
            <a:extLst xmlns:a="http://schemas.openxmlformats.org/drawingml/2006/main">
              <a:ext uri="{FF2B5EF4-FFF2-40B4-BE49-F238E27FC236}">
                <a16:creationId xmlns:a16="http://schemas.microsoft.com/office/drawing/2014/main" id="{1FB4BA93-2EDD-4E2E-B6E5-A4E4ED7D82C2}"/>
              </a:ext>
            </a:extLst>
          </p:cNvPr>
          <p:cNvSpPr>
            <a:spLocks xmlns:a="http://schemas.openxmlformats.org/drawingml/2006/main" noGrp="1"/>
          </p:cNvSpPr>
          <p:nvPr/>
        </p:nvSpPr>
        <p:spPr>
          <a:xfrm xmlns:a="http://schemas.openxmlformats.org/drawingml/2006/main">
            <a:off x="590550" y="1323975"/>
            <a:ext cx="109537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6900" b="1">
                <a:solidFill>
                  <a:srgbClr val="FFFFFF"/>
                </a:solidFill>
                <a:latin typeface="Arial"/>
                <a:ea typeface="Arial"/>
                <a:cs typeface="Arial"/>
              </a:defRPr>
            </a:defPPr>
            <a:lvl1pPr>
              <a:defRPr sz="6900" b="1">
                <a:solidFill>
                  <a:srgbClr val="FFFFFF"/>
                </a:solidFill>
                <a:latin typeface="Arial"/>
                <a:ea typeface="Arial"/>
                <a:cs typeface="Arial"/>
              </a:defRPr>
            </a:lvl1pPr>
            <a:lvl2pPr>
              <a:defRPr sz="6900" b="1">
                <a:solidFill>
                  <a:srgbClr val="FFFFFF"/>
                </a:solidFill>
                <a:latin typeface="Arial"/>
                <a:ea typeface="Arial"/>
                <a:cs typeface="Arial"/>
              </a:defRPr>
            </a:lvl2pPr>
            <a:lvl3pPr>
              <a:defRPr sz="6900" b="1">
                <a:solidFill>
                  <a:srgbClr val="FFFFFF"/>
                </a:solidFill>
                <a:latin typeface="Arial"/>
                <a:ea typeface="Arial"/>
                <a:cs typeface="Arial"/>
              </a:defRPr>
            </a:lvl3pPr>
            <a:lvl4pPr>
              <a:defRPr sz="6900" b="1">
                <a:solidFill>
                  <a:srgbClr val="FFFFFF"/>
                </a:solidFill>
                <a:latin typeface="Arial"/>
                <a:ea typeface="Arial"/>
                <a:cs typeface="Arial"/>
              </a:defRPr>
            </a:lvl4pPr>
            <a:lvl5pPr>
              <a:defRPr sz="6900" b="1">
                <a:solidFill>
                  <a:srgbClr val="FFFFFF"/>
                </a:solidFill>
                <a:latin typeface="Arial"/>
                <a:ea typeface="Arial"/>
                <a:cs typeface="Arial"/>
              </a:defRPr>
            </a:lvl5pPr>
            <a:lvl6pPr>
              <a:defRPr sz="6900" b="1">
                <a:solidFill>
                  <a:srgbClr val="FFFFFF"/>
                </a:solidFill>
                <a:latin typeface="Arial"/>
                <a:ea typeface="Arial"/>
                <a:cs typeface="Arial"/>
              </a:defRPr>
            </a:lvl6pPr>
            <a:lvl7pPr>
              <a:defRPr sz="6900" b="1">
                <a:solidFill>
                  <a:srgbClr val="FFFFFF"/>
                </a:solidFill>
                <a:latin typeface="Arial"/>
                <a:ea typeface="Arial"/>
                <a:cs typeface="Arial"/>
              </a:defRPr>
            </a:lvl7pPr>
            <a:lvl8pPr>
              <a:defRPr sz="6900" b="1">
                <a:solidFill>
                  <a:srgbClr val="FFFFFF"/>
                </a:solidFill>
                <a:latin typeface="Arial"/>
                <a:ea typeface="Arial"/>
                <a:cs typeface="Arial"/>
              </a:defRPr>
            </a:lvl8pPr>
            <a:lvl9pPr>
              <a:defRPr sz="6900" b="1">
                <a:solidFill>
                  <a:srgbClr val="FFFFFF"/>
                </a:solidFill>
                <a:latin typeface="Arial"/>
                <a:ea typeface="Arial"/>
                <a:cs typeface="Arial"/>
              </a:defRPr>
            </a:lvl9pPr>
          </a:lstStyle>
          <a:p xmlns:a="http://schemas.openxmlformats.org/drawingml/2006/main">
            <a:pPr>
              <a:defRPr sz="6900" b="1">
                <a:solidFill>
                  <a:srgbClr val="FFFFFF"/>
                </a:solidFill>
                <a:latin typeface="Arial"/>
                <a:ea typeface="Arial"/>
                <a:cs typeface="Arial"/>
              </a:defRPr>
            </a:pPr>
            <a:r>
              <a:rPr sz="6900" b="1">
                <a:solidFill>
                  <a:srgbClr val="FFFFFF"/>
                </a:solidFill>
                <a:latin typeface="Arial"/>
                <a:ea typeface="Arial"/>
                <a:cs typeface="Arial"/>
              </a:rPr>
              <a:t>“What have</a:t>
            </a:r>
          </a:p>
          <a:p xmlns:a="http://schemas.openxmlformats.org/drawingml/2006/main">
            <a:pPr>
              <a:defRPr sz="6900" b="1">
                <a:solidFill>
                  <a:srgbClr val="FFFFFF"/>
                </a:solidFill>
                <a:latin typeface="Arial"/>
                <a:ea typeface="Arial"/>
                <a:cs typeface="Arial"/>
              </a:defRPr>
            </a:pPr>
            <a:r>
              <a:rPr sz="6900" b="1">
                <a:solidFill>
                  <a:srgbClr val="FFFFFF"/>
                </a:solidFill>
                <a:latin typeface="Arial"/>
                <a:ea typeface="Arial"/>
                <a:cs typeface="Arial"/>
              </a:rPr>
              <a:t>you tried?”</a:t>
            </a:r>
          </a:p>
        </p:txBody>
      </p:sp>
      <p:sp>
        <p:nvSpPr>
          <p:cNvPr id="3" name="">
            <a:extLst xmlns:a="http://schemas.openxmlformats.org/drawingml/2006/main">
              <a:ext uri="{FF2B5EF4-FFF2-40B4-BE49-F238E27FC236}">
                <a16:creationId xmlns:a16="http://schemas.microsoft.com/office/drawing/2014/main" id="{4D67AF63-76E8-42EA-9FA1-8E36726B5601}"/>
              </a:ext>
            </a:extLst>
          </p:cNvPr>
          <p:cNvSpPr>
            <a:spLocks xmlns:a="http://schemas.openxmlformats.org/drawingml/2006/main" noGrp="1"/>
          </p:cNvSpPr>
          <p:nvPr/>
        </p:nvSpPr>
        <p:spPr>
          <a:xfrm xmlns:a="http://schemas.openxmlformats.org/drawingml/2006/main">
            <a:off x="647700" y="4238625"/>
            <a:ext cx="1066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0">
                <a:solidFill>
                  <a:srgbClr val="FFFFFF"/>
                </a:solidFill>
                <a:latin typeface="Arial"/>
                <a:ea typeface="Arial"/>
                <a:cs typeface="Arial"/>
              </a:defRPr>
            </a:defPPr>
            <a:lvl1pPr>
              <a:defRPr sz="2400" b="0">
                <a:solidFill>
                  <a:srgbClr val="FFFFFF"/>
                </a:solidFill>
                <a:latin typeface="Arial"/>
                <a:ea typeface="Arial"/>
                <a:cs typeface="Arial"/>
              </a:defRPr>
            </a:lvl1pPr>
            <a:lvl2pPr>
              <a:defRPr sz="2400" b="0">
                <a:solidFill>
                  <a:srgbClr val="FFFFFF"/>
                </a:solidFill>
                <a:latin typeface="Arial"/>
                <a:ea typeface="Arial"/>
                <a:cs typeface="Arial"/>
              </a:defRPr>
            </a:lvl2pPr>
            <a:lvl3pPr>
              <a:defRPr sz="2400" b="0">
                <a:solidFill>
                  <a:srgbClr val="FFFFFF"/>
                </a:solidFill>
                <a:latin typeface="Arial"/>
                <a:ea typeface="Arial"/>
                <a:cs typeface="Arial"/>
              </a:defRPr>
            </a:lvl3pPr>
            <a:lvl4pPr>
              <a:defRPr sz="2400" b="0">
                <a:solidFill>
                  <a:srgbClr val="FFFFFF"/>
                </a:solidFill>
                <a:latin typeface="Arial"/>
                <a:ea typeface="Arial"/>
                <a:cs typeface="Arial"/>
              </a:defRPr>
            </a:lvl4pPr>
            <a:lvl5pPr>
              <a:defRPr sz="2400" b="0">
                <a:solidFill>
                  <a:srgbClr val="FFFFFF"/>
                </a:solidFill>
                <a:latin typeface="Arial"/>
                <a:ea typeface="Arial"/>
                <a:cs typeface="Arial"/>
              </a:defRPr>
            </a:lvl5pPr>
            <a:lvl6pPr>
              <a:defRPr sz="2400" b="0">
                <a:solidFill>
                  <a:srgbClr val="FFFFFF"/>
                </a:solidFill>
                <a:latin typeface="Arial"/>
                <a:ea typeface="Arial"/>
                <a:cs typeface="Arial"/>
              </a:defRPr>
            </a:lvl6pPr>
            <a:lvl7pPr>
              <a:defRPr sz="2400" b="0">
                <a:solidFill>
                  <a:srgbClr val="FFFFFF"/>
                </a:solidFill>
                <a:latin typeface="Arial"/>
                <a:ea typeface="Arial"/>
                <a:cs typeface="Arial"/>
              </a:defRPr>
            </a:lvl7pPr>
            <a:lvl8pPr>
              <a:defRPr sz="2400" b="0">
                <a:solidFill>
                  <a:srgbClr val="FFFFFF"/>
                </a:solidFill>
                <a:latin typeface="Arial"/>
                <a:ea typeface="Arial"/>
                <a:cs typeface="Arial"/>
              </a:defRPr>
            </a:lvl8pPr>
            <a:lvl9pPr>
              <a:defRPr sz="2400" b="0">
                <a:solidFill>
                  <a:srgbClr val="FFFFFF"/>
                </a:solidFill>
                <a:latin typeface="Arial"/>
                <a:ea typeface="Arial"/>
                <a:cs typeface="Arial"/>
              </a:defRPr>
            </a:lvl9pPr>
          </a:lstStyle>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The answer lives across failed runs, old assignments,</a:t>
            </a:r>
          </a:p>
          <a:p xmlns:a="http://schemas.openxmlformats.org/drawingml/2006/main">
            <a:pPr>
              <a:defRPr sz="2400" b="0">
                <a:solidFill>
                  <a:srgbClr val="FFFFFF"/>
                </a:solidFill>
                <a:latin typeface="Arial"/>
                <a:ea typeface="Arial"/>
                <a:cs typeface="Arial"/>
              </a:defRPr>
            </a:pPr>
            <a:r>
              <a:rPr sz="2400" b="0">
                <a:solidFill>
                  <a:srgbClr val="FFFFFF"/>
                </a:solidFill>
                <a:latin typeface="Arial"/>
                <a:ea typeface="Arial"/>
                <a:cs typeface="Arial"/>
              </a:rPr>
              <a:t>and changes the student has to explain again.</a:t>
            </a:r>
          </a:p>
        </p:txBody>
      </p:sp>
      <p:sp>
        <p:nvSpPr>
          <p:cNvPr id="4" name="">
            <a:extLst xmlns:a="http://schemas.openxmlformats.org/drawingml/2006/main">
              <a:ext uri="{FF2B5EF4-FFF2-40B4-BE49-F238E27FC236}">
                <a16:creationId xmlns:a16="http://schemas.microsoft.com/office/drawing/2014/main" id="{26098BAA-22FC-494B-A7D9-4C640E04BCD8}"/>
              </a:ext>
            </a:extLst>
          </p:cNvPr>
          <p:cNvSpPr>
            <a:spLocks xmlns:a="http://schemas.openxmlformats.org/drawingml/2006/main" noGrp="1"/>
          </p:cNvSpPr>
          <p:nvPr/>
        </p:nvSpPr>
        <p:spPr>
          <a:xfrm xmlns:a="http://schemas.openxmlformats.org/drawingml/2006/main">
            <a:off x="647700" y="5657850"/>
            <a:ext cx="1047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FF4545"/>
                </a:solidFill>
                <a:latin typeface="Arial"/>
                <a:ea typeface="Arial"/>
                <a:cs typeface="Arial"/>
              </a:defRPr>
            </a:defPPr>
            <a:lvl1pPr>
              <a:defRPr sz="2850" b="1">
                <a:solidFill>
                  <a:srgbClr val="FF4545"/>
                </a:solidFill>
                <a:latin typeface="Arial"/>
                <a:ea typeface="Arial"/>
                <a:cs typeface="Arial"/>
              </a:defRPr>
            </a:lvl1pPr>
            <a:lvl2pPr>
              <a:defRPr sz="2850" b="1">
                <a:solidFill>
                  <a:srgbClr val="FF4545"/>
                </a:solidFill>
                <a:latin typeface="Arial"/>
                <a:ea typeface="Arial"/>
                <a:cs typeface="Arial"/>
              </a:defRPr>
            </a:lvl2pPr>
            <a:lvl3pPr>
              <a:defRPr sz="2850" b="1">
                <a:solidFill>
                  <a:srgbClr val="FF4545"/>
                </a:solidFill>
                <a:latin typeface="Arial"/>
                <a:ea typeface="Arial"/>
                <a:cs typeface="Arial"/>
              </a:defRPr>
            </a:lvl3pPr>
            <a:lvl4pPr>
              <a:defRPr sz="2850" b="1">
                <a:solidFill>
                  <a:srgbClr val="FF4545"/>
                </a:solidFill>
                <a:latin typeface="Arial"/>
                <a:ea typeface="Arial"/>
                <a:cs typeface="Arial"/>
              </a:defRPr>
            </a:lvl4pPr>
            <a:lvl5pPr>
              <a:defRPr sz="2850" b="1">
                <a:solidFill>
                  <a:srgbClr val="FF4545"/>
                </a:solidFill>
                <a:latin typeface="Arial"/>
                <a:ea typeface="Arial"/>
                <a:cs typeface="Arial"/>
              </a:defRPr>
            </a:lvl5pPr>
            <a:lvl6pPr>
              <a:defRPr sz="2850" b="1">
                <a:solidFill>
                  <a:srgbClr val="FF4545"/>
                </a:solidFill>
                <a:latin typeface="Arial"/>
                <a:ea typeface="Arial"/>
                <a:cs typeface="Arial"/>
              </a:defRPr>
            </a:lvl6pPr>
            <a:lvl7pPr>
              <a:defRPr sz="2850" b="1">
                <a:solidFill>
                  <a:srgbClr val="FF4545"/>
                </a:solidFill>
                <a:latin typeface="Arial"/>
                <a:ea typeface="Arial"/>
                <a:cs typeface="Arial"/>
              </a:defRPr>
            </a:lvl7pPr>
            <a:lvl8pPr>
              <a:defRPr sz="2850" b="1">
                <a:solidFill>
                  <a:srgbClr val="FF4545"/>
                </a:solidFill>
                <a:latin typeface="Arial"/>
                <a:ea typeface="Arial"/>
                <a:cs typeface="Arial"/>
              </a:defRPr>
            </a:lvl8pPr>
            <a:lvl9pPr>
              <a:defRPr sz="2850" b="1">
                <a:solidFill>
                  <a:srgbClr val="FF4545"/>
                </a:solidFill>
                <a:latin typeface="Arial"/>
                <a:ea typeface="Arial"/>
                <a:cs typeface="Arial"/>
              </a:defRPr>
            </a:lvl9pPr>
          </a:lstStyle>
          <a:p xmlns:a="http://schemas.openxmlformats.org/drawingml/2006/main">
            <a:pPr>
              <a:defRPr sz="2850" b="1">
                <a:solidFill>
                  <a:srgbClr val="FF4545"/>
                </a:solidFill>
                <a:latin typeface="Arial"/>
                <a:ea typeface="Arial"/>
                <a:cs typeface="Arial"/>
              </a:defRPr>
            </a:pPr>
            <a:r>
              <a:rPr sz="2850" b="1">
                <a:solidFill>
                  <a:srgbClr val="FF4545"/>
                </a:solidFill>
                <a:latin typeface="Arial"/>
                <a:ea typeface="Arial"/>
                <a:cs typeface="Arial"/>
              </a:rPr>
              <a:t>That context should already be there.</a:t>
            </a:r>
          </a:p>
        </p:txBody>
      </p:sp>
    </p:spTree>
    <p:extLst>
      <p:ext uri="{BB962C8B-B14F-4D97-AF65-F5344CB8AC3E}">
        <p14:creationId xmlns:p14="http://schemas.microsoft.com/office/powerpoint/2010/main" val="13067646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52A092A-1061-415B-B5A9-FED0211DC4C5}"/>
              </a:ext>
            </a:extLst>
          </p:cNvPr>
          <p:cNvSpPr>
            <a:spLocks xmlns:a="http://schemas.openxmlformats.org/drawingml/2006/main" noGrp="1"/>
          </p:cNvSpPr>
          <p:nvPr/>
        </p:nvSpPr>
        <p:spPr>
          <a:xfrm xmlns:a="http://schemas.openxmlformats.org/drawingml/2006/main">
            <a:off x="609600" y="457200"/>
            <a:ext cx="1085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200" b="1">
                <a:solidFill>
                  <a:srgbClr val="080808"/>
                </a:solidFill>
                <a:latin typeface="Arial"/>
                <a:ea typeface="Arial"/>
                <a:cs typeface="Arial"/>
              </a:defRPr>
            </a:defPPr>
            <a:lvl1pPr>
              <a:defRPr sz="4200" b="1">
                <a:solidFill>
                  <a:srgbClr val="080808"/>
                </a:solidFill>
                <a:latin typeface="Arial"/>
                <a:ea typeface="Arial"/>
                <a:cs typeface="Arial"/>
              </a:defRPr>
            </a:lvl1pPr>
            <a:lvl2pPr>
              <a:defRPr sz="4200" b="1">
                <a:solidFill>
                  <a:srgbClr val="080808"/>
                </a:solidFill>
                <a:latin typeface="Arial"/>
                <a:ea typeface="Arial"/>
                <a:cs typeface="Arial"/>
              </a:defRPr>
            </a:lvl2pPr>
            <a:lvl3pPr>
              <a:defRPr sz="4200" b="1">
                <a:solidFill>
                  <a:srgbClr val="080808"/>
                </a:solidFill>
                <a:latin typeface="Arial"/>
                <a:ea typeface="Arial"/>
                <a:cs typeface="Arial"/>
              </a:defRPr>
            </a:lvl3pPr>
            <a:lvl4pPr>
              <a:defRPr sz="4200" b="1">
                <a:solidFill>
                  <a:srgbClr val="080808"/>
                </a:solidFill>
                <a:latin typeface="Arial"/>
                <a:ea typeface="Arial"/>
                <a:cs typeface="Arial"/>
              </a:defRPr>
            </a:lvl4pPr>
            <a:lvl5pPr>
              <a:defRPr sz="4200" b="1">
                <a:solidFill>
                  <a:srgbClr val="080808"/>
                </a:solidFill>
                <a:latin typeface="Arial"/>
                <a:ea typeface="Arial"/>
                <a:cs typeface="Arial"/>
              </a:defRPr>
            </a:lvl5pPr>
            <a:lvl6pPr>
              <a:defRPr sz="4200" b="1">
                <a:solidFill>
                  <a:srgbClr val="080808"/>
                </a:solidFill>
                <a:latin typeface="Arial"/>
                <a:ea typeface="Arial"/>
                <a:cs typeface="Arial"/>
              </a:defRPr>
            </a:lvl6pPr>
            <a:lvl7pPr>
              <a:defRPr sz="4200" b="1">
                <a:solidFill>
                  <a:srgbClr val="080808"/>
                </a:solidFill>
                <a:latin typeface="Arial"/>
                <a:ea typeface="Arial"/>
                <a:cs typeface="Arial"/>
              </a:defRPr>
            </a:lvl7pPr>
            <a:lvl8pPr>
              <a:defRPr sz="4200" b="1">
                <a:solidFill>
                  <a:srgbClr val="080808"/>
                </a:solidFill>
                <a:latin typeface="Arial"/>
                <a:ea typeface="Arial"/>
                <a:cs typeface="Arial"/>
              </a:defRPr>
            </a:lvl8pPr>
            <a:lvl9pPr>
              <a:defRPr sz="4200" b="1">
                <a:solidFill>
                  <a:srgbClr val="080808"/>
                </a:solidFill>
                <a:latin typeface="Arial"/>
                <a:ea typeface="Arial"/>
                <a:cs typeface="Arial"/>
              </a:defRPr>
            </a:lvl9pPr>
          </a:lstStyle>
          <a:p xmlns:a="http://schemas.openxmlformats.org/drawingml/2006/main">
            <a:pPr>
              <a:defRPr sz="4200" b="1">
                <a:solidFill>
                  <a:srgbClr val="080808"/>
                </a:solidFill>
                <a:latin typeface="Arial"/>
                <a:ea typeface="Arial"/>
                <a:cs typeface="Arial"/>
              </a:defRPr>
            </a:pPr>
            <a:r>
              <a:rPr sz="4200" b="1">
                <a:solidFill>
                  <a:srgbClr val="080808"/>
                </a:solidFill>
                <a:latin typeface="Arial"/>
                <a:ea typeface="Arial"/>
                <a:cs typeface="Arial"/>
              </a:rPr>
              <a:t>A hint with a memory</a:t>
            </a:r>
          </a:p>
        </p:txBody>
      </p:sp>
      <p:sp>
        <p:nvSpPr>
          <p:cNvPr id="2" name="">
            <a:extLst xmlns:a="http://schemas.openxmlformats.org/drawingml/2006/main">
              <a:ext uri="{FF2B5EF4-FFF2-40B4-BE49-F238E27FC236}">
                <a16:creationId xmlns:a16="http://schemas.microsoft.com/office/drawing/2014/main" id="{CEB99829-44DD-4947-9642-78C356D8E5D2}"/>
              </a:ext>
            </a:extLst>
          </p:cNvPr>
          <p:cNvSpPr>
            <a:spLocks xmlns:a="http://schemas.openxmlformats.org/drawingml/2006/main" noGrp="1"/>
          </p:cNvSpPr>
          <p:nvPr/>
        </p:nvSpPr>
        <p:spPr>
          <a:xfrm xmlns:a="http://schemas.openxmlformats.org/drawingml/2006/main">
            <a:off x="628650" y="1743075"/>
            <a:ext cx="6286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75" b="1">
                <a:solidFill>
                  <a:srgbClr val="CC0000"/>
                </a:solidFill>
                <a:latin typeface="Arial"/>
                <a:ea typeface="Arial"/>
                <a:cs typeface="Arial"/>
              </a:defRPr>
            </a:defPPr>
            <a:lvl1pPr>
              <a:defRPr sz="3075" b="1">
                <a:solidFill>
                  <a:srgbClr val="CC0000"/>
                </a:solidFill>
                <a:latin typeface="Arial"/>
                <a:ea typeface="Arial"/>
                <a:cs typeface="Arial"/>
              </a:defRPr>
            </a:lvl1pPr>
            <a:lvl2pPr>
              <a:defRPr sz="3075" b="1">
                <a:solidFill>
                  <a:srgbClr val="CC0000"/>
                </a:solidFill>
                <a:latin typeface="Arial"/>
                <a:ea typeface="Arial"/>
                <a:cs typeface="Arial"/>
              </a:defRPr>
            </a:lvl2pPr>
            <a:lvl3pPr>
              <a:defRPr sz="3075" b="1">
                <a:solidFill>
                  <a:srgbClr val="CC0000"/>
                </a:solidFill>
                <a:latin typeface="Arial"/>
                <a:ea typeface="Arial"/>
                <a:cs typeface="Arial"/>
              </a:defRPr>
            </a:lvl3pPr>
            <a:lvl4pPr>
              <a:defRPr sz="3075" b="1">
                <a:solidFill>
                  <a:srgbClr val="CC0000"/>
                </a:solidFill>
                <a:latin typeface="Arial"/>
                <a:ea typeface="Arial"/>
                <a:cs typeface="Arial"/>
              </a:defRPr>
            </a:lvl4pPr>
            <a:lvl5pPr>
              <a:defRPr sz="3075" b="1">
                <a:solidFill>
                  <a:srgbClr val="CC0000"/>
                </a:solidFill>
                <a:latin typeface="Arial"/>
                <a:ea typeface="Arial"/>
                <a:cs typeface="Arial"/>
              </a:defRPr>
            </a:lvl5pPr>
            <a:lvl6pPr>
              <a:defRPr sz="3075" b="1">
                <a:solidFill>
                  <a:srgbClr val="CC0000"/>
                </a:solidFill>
                <a:latin typeface="Arial"/>
                <a:ea typeface="Arial"/>
                <a:cs typeface="Arial"/>
              </a:defRPr>
            </a:lvl6pPr>
            <a:lvl7pPr>
              <a:defRPr sz="3075" b="1">
                <a:solidFill>
                  <a:srgbClr val="CC0000"/>
                </a:solidFill>
                <a:latin typeface="Arial"/>
                <a:ea typeface="Arial"/>
                <a:cs typeface="Arial"/>
              </a:defRPr>
            </a:lvl7pPr>
            <a:lvl8pPr>
              <a:defRPr sz="3075" b="1">
                <a:solidFill>
                  <a:srgbClr val="CC0000"/>
                </a:solidFill>
                <a:latin typeface="Arial"/>
                <a:ea typeface="Arial"/>
                <a:cs typeface="Arial"/>
              </a:defRPr>
            </a:lvl8pPr>
            <a:lvl9pPr>
              <a:defRPr sz="3075" b="1">
                <a:solidFill>
                  <a:srgbClr val="CC0000"/>
                </a:solidFill>
                <a:latin typeface="Arial"/>
                <a:ea typeface="Arial"/>
                <a:cs typeface="Arial"/>
              </a:defRPr>
            </a:lvl9pPr>
          </a:lstStyle>
          <a:p xmlns:a="http://schemas.openxmlformats.org/drawingml/2006/main">
            <a:pPr>
              <a:defRPr sz="3075" b="1">
                <a:solidFill>
                  <a:srgbClr val="CC0000"/>
                </a:solidFill>
                <a:latin typeface="Arial"/>
                <a:ea typeface="Arial"/>
                <a:cs typeface="Arial"/>
              </a:defRPr>
            </a:pPr>
            <a:r>
              <a:rPr sz="3075" b="1">
                <a:solidFill>
                  <a:srgbClr val="CC0000"/>
                </a:solidFill>
                <a:latin typeface="Arial"/>
                <a:ea typeface="Arial"/>
                <a:cs typeface="Arial"/>
              </a:rPr>
              <a:t>The same mistake can become</a:t>
            </a:r>
          </a:p>
          <a:p xmlns:a="http://schemas.openxmlformats.org/drawingml/2006/main">
            <a:pPr>
              <a:defRPr sz="3075" b="1">
                <a:solidFill>
                  <a:srgbClr val="CC0000"/>
                </a:solidFill>
                <a:latin typeface="Arial"/>
                <a:ea typeface="Arial"/>
                <a:cs typeface="Arial"/>
              </a:defRPr>
            </a:pPr>
            <a:r>
              <a:rPr sz="3075" b="1">
                <a:solidFill>
                  <a:srgbClr val="CC0000"/>
                </a:solidFill>
                <a:latin typeface="Arial"/>
                <a:ea typeface="Arial"/>
                <a:cs typeface="Arial"/>
              </a:rPr>
              <a:t>a useful starting point.</a:t>
            </a:r>
          </a:p>
        </p:txBody>
      </p:sp>
      <p:sp>
        <p:nvSpPr>
          <p:cNvPr id="3" name="">
            <a:extLst xmlns:a="http://schemas.openxmlformats.org/drawingml/2006/main">
              <a:ext uri="{FF2B5EF4-FFF2-40B4-BE49-F238E27FC236}">
                <a16:creationId xmlns:a16="http://schemas.microsoft.com/office/drawing/2014/main" id="{3E541D24-299C-4E49-BA27-B5219D3CEE59}"/>
              </a:ext>
            </a:extLst>
          </p:cNvPr>
          <p:cNvSpPr>
            <a:spLocks xmlns:a="http://schemas.openxmlformats.org/drawingml/2006/main" noGrp="1"/>
          </p:cNvSpPr>
          <p:nvPr/>
        </p:nvSpPr>
        <p:spPr>
          <a:xfrm xmlns:a="http://schemas.openxmlformats.org/drawingml/2006/main">
            <a:off x="647700" y="3381375"/>
            <a:ext cx="58102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080808"/>
                </a:solidFill>
                <a:latin typeface="Arial"/>
                <a:ea typeface="Arial"/>
                <a:cs typeface="Arial"/>
              </a:defRPr>
            </a:defPPr>
            <a:lvl1pPr>
              <a:defRPr sz="2250" b="0">
                <a:solidFill>
                  <a:srgbClr val="080808"/>
                </a:solidFill>
                <a:latin typeface="Arial"/>
                <a:ea typeface="Arial"/>
                <a:cs typeface="Arial"/>
              </a:defRPr>
            </a:lvl1pPr>
            <a:lvl2pPr>
              <a:defRPr sz="2250" b="0">
                <a:solidFill>
                  <a:srgbClr val="080808"/>
                </a:solidFill>
                <a:latin typeface="Arial"/>
                <a:ea typeface="Arial"/>
                <a:cs typeface="Arial"/>
              </a:defRPr>
            </a:lvl2pPr>
            <a:lvl3pPr>
              <a:defRPr sz="2250" b="0">
                <a:solidFill>
                  <a:srgbClr val="080808"/>
                </a:solidFill>
                <a:latin typeface="Arial"/>
                <a:ea typeface="Arial"/>
                <a:cs typeface="Arial"/>
              </a:defRPr>
            </a:lvl3pPr>
            <a:lvl4pPr>
              <a:defRPr sz="2250" b="0">
                <a:solidFill>
                  <a:srgbClr val="080808"/>
                </a:solidFill>
                <a:latin typeface="Arial"/>
                <a:ea typeface="Arial"/>
                <a:cs typeface="Arial"/>
              </a:defRPr>
            </a:lvl4pPr>
            <a:lvl5pPr>
              <a:defRPr sz="2250" b="0">
                <a:solidFill>
                  <a:srgbClr val="080808"/>
                </a:solidFill>
                <a:latin typeface="Arial"/>
                <a:ea typeface="Arial"/>
                <a:cs typeface="Arial"/>
              </a:defRPr>
            </a:lvl5pPr>
            <a:lvl6pPr>
              <a:defRPr sz="2250" b="0">
                <a:solidFill>
                  <a:srgbClr val="080808"/>
                </a:solidFill>
                <a:latin typeface="Arial"/>
                <a:ea typeface="Arial"/>
                <a:cs typeface="Arial"/>
              </a:defRPr>
            </a:lvl6pPr>
            <a:lvl7pPr>
              <a:defRPr sz="2250" b="0">
                <a:solidFill>
                  <a:srgbClr val="080808"/>
                </a:solidFill>
                <a:latin typeface="Arial"/>
                <a:ea typeface="Arial"/>
                <a:cs typeface="Arial"/>
              </a:defRPr>
            </a:lvl7pPr>
            <a:lvl8pPr>
              <a:defRPr sz="2250" b="0">
                <a:solidFill>
                  <a:srgbClr val="080808"/>
                </a:solidFill>
                <a:latin typeface="Arial"/>
                <a:ea typeface="Arial"/>
                <a:cs typeface="Arial"/>
              </a:defRPr>
            </a:lvl8pPr>
            <a:lvl9pPr>
              <a:defRPr sz="2250" b="0">
                <a:solidFill>
                  <a:srgbClr val="080808"/>
                </a:solidFill>
                <a:latin typeface="Arial"/>
                <a:ea typeface="Arial"/>
                <a:cs typeface="Arial"/>
              </a:defRPr>
            </a:lvl9pPr>
          </a:lstStyle>
          <a:p xmlns:a="http://schemas.openxmlformats.org/drawingml/2006/main">
            <a:pPr>
              <a:defRPr sz="2250" b="0">
                <a:solidFill>
                  <a:srgbClr val="080808"/>
                </a:solidFill>
                <a:latin typeface="Arial"/>
                <a:ea typeface="Arial"/>
                <a:cs typeface="Arial"/>
              </a:defRPr>
            </a:pPr>
            <a:r>
              <a:rPr sz="2250" b="0">
                <a:solidFill>
                  <a:srgbClr val="080808"/>
                </a:solidFill>
                <a:latin typeface="Arial"/>
                <a:ea typeface="Arial"/>
                <a:cs typeface="Arial"/>
              </a:rPr>
              <a:t>WolfBox runs the tests and keeps</a:t>
            </a:r>
          </a:p>
          <a:p xmlns:a="http://schemas.openxmlformats.org/drawingml/2006/main">
            <a:pPr>
              <a:defRPr sz="2250" b="0">
                <a:solidFill>
                  <a:srgbClr val="080808"/>
                </a:solidFill>
                <a:latin typeface="Arial"/>
                <a:ea typeface="Arial"/>
                <a:cs typeface="Arial"/>
              </a:defRPr>
            </a:pPr>
            <a:r>
              <a:rPr sz="2250" b="0">
                <a:solidFill>
                  <a:srgbClr val="080808"/>
                </a:solidFill>
                <a:latin typeface="Arial"/>
                <a:ea typeface="Arial"/>
                <a:cs typeface="Arial"/>
              </a:rPr>
              <a:t>the code behind every attempt.</a:t>
            </a:r>
          </a:p>
        </p:txBody>
      </p:sp>
      <p:sp>
        <p:nvSpPr>
          <p:cNvPr id="4" name="">
            <a:extLst xmlns:a="http://schemas.openxmlformats.org/drawingml/2006/main">
              <a:ext uri="{FF2B5EF4-FFF2-40B4-BE49-F238E27FC236}">
                <a16:creationId xmlns:a16="http://schemas.microsoft.com/office/drawing/2014/main" id="{9486097B-A33E-4766-ABF2-3F052AE64666}"/>
              </a:ext>
            </a:extLst>
          </p:cNvPr>
          <p:cNvSpPr>
            <a:spLocks xmlns:a="http://schemas.openxmlformats.org/drawingml/2006/main" noGrp="1"/>
          </p:cNvSpPr>
          <p:nvPr/>
        </p:nvSpPr>
        <p:spPr>
          <a:xfrm xmlns:a="http://schemas.openxmlformats.org/drawingml/2006/main">
            <a:off x="647700" y="4819650"/>
            <a:ext cx="5810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080808"/>
                </a:solidFill>
                <a:latin typeface="Arial"/>
                <a:ea typeface="Arial"/>
                <a:cs typeface="Arial"/>
              </a:defRPr>
            </a:defPPr>
            <a:lvl1pPr>
              <a:defRPr sz="2250" b="0">
                <a:solidFill>
                  <a:srgbClr val="080808"/>
                </a:solidFill>
                <a:latin typeface="Arial"/>
                <a:ea typeface="Arial"/>
                <a:cs typeface="Arial"/>
              </a:defRPr>
            </a:lvl1pPr>
            <a:lvl2pPr>
              <a:defRPr sz="2250" b="0">
                <a:solidFill>
                  <a:srgbClr val="080808"/>
                </a:solidFill>
                <a:latin typeface="Arial"/>
                <a:ea typeface="Arial"/>
                <a:cs typeface="Arial"/>
              </a:defRPr>
            </a:lvl2pPr>
            <a:lvl3pPr>
              <a:defRPr sz="2250" b="0">
                <a:solidFill>
                  <a:srgbClr val="080808"/>
                </a:solidFill>
                <a:latin typeface="Arial"/>
                <a:ea typeface="Arial"/>
                <a:cs typeface="Arial"/>
              </a:defRPr>
            </a:lvl3pPr>
            <a:lvl4pPr>
              <a:defRPr sz="2250" b="0">
                <a:solidFill>
                  <a:srgbClr val="080808"/>
                </a:solidFill>
                <a:latin typeface="Arial"/>
                <a:ea typeface="Arial"/>
                <a:cs typeface="Arial"/>
              </a:defRPr>
            </a:lvl4pPr>
            <a:lvl5pPr>
              <a:defRPr sz="2250" b="0">
                <a:solidFill>
                  <a:srgbClr val="080808"/>
                </a:solidFill>
                <a:latin typeface="Arial"/>
                <a:ea typeface="Arial"/>
                <a:cs typeface="Arial"/>
              </a:defRPr>
            </a:lvl5pPr>
            <a:lvl6pPr>
              <a:defRPr sz="2250" b="0">
                <a:solidFill>
                  <a:srgbClr val="080808"/>
                </a:solidFill>
                <a:latin typeface="Arial"/>
                <a:ea typeface="Arial"/>
                <a:cs typeface="Arial"/>
              </a:defRPr>
            </a:lvl6pPr>
            <a:lvl7pPr>
              <a:defRPr sz="2250" b="0">
                <a:solidFill>
                  <a:srgbClr val="080808"/>
                </a:solidFill>
                <a:latin typeface="Arial"/>
                <a:ea typeface="Arial"/>
                <a:cs typeface="Arial"/>
              </a:defRPr>
            </a:lvl7pPr>
            <a:lvl8pPr>
              <a:defRPr sz="2250" b="0">
                <a:solidFill>
                  <a:srgbClr val="080808"/>
                </a:solidFill>
                <a:latin typeface="Arial"/>
                <a:ea typeface="Arial"/>
                <a:cs typeface="Arial"/>
              </a:defRPr>
            </a:lvl8pPr>
            <a:lvl9pPr>
              <a:defRPr sz="2250" b="0">
                <a:solidFill>
                  <a:srgbClr val="080808"/>
                </a:solidFill>
                <a:latin typeface="Arial"/>
                <a:ea typeface="Arial"/>
                <a:cs typeface="Arial"/>
              </a:defRPr>
            </a:lvl9pPr>
          </a:lstStyle>
          <a:p xmlns:a="http://schemas.openxmlformats.org/drawingml/2006/main">
            <a:pPr>
              <a:defRPr sz="2250" b="0">
                <a:solidFill>
                  <a:srgbClr val="080808"/>
                </a:solidFill>
                <a:latin typeface="Arial"/>
                <a:ea typeface="Arial"/>
                <a:cs typeface="Arial"/>
              </a:defRPr>
            </a:pPr>
            <a:r>
              <a:rPr sz="2250" b="0">
                <a:solidFill>
                  <a:srgbClr val="080808"/>
                </a:solidFill>
                <a:latin typeface="Arial"/>
                <a:ea typeface="Arial"/>
                <a:cs typeface="Arial"/>
              </a:rPr>
              <a:t>The next hint can refer back to</a:t>
            </a:r>
          </a:p>
          <a:p xmlns:a="http://schemas.openxmlformats.org/drawingml/2006/main">
            <a:pPr>
              <a:defRPr sz="2250" b="0">
                <a:solidFill>
                  <a:srgbClr val="080808"/>
                </a:solidFill>
                <a:latin typeface="Arial"/>
                <a:ea typeface="Arial"/>
                <a:cs typeface="Arial"/>
              </a:defRPr>
            </a:pPr>
            <a:r>
              <a:rPr sz="2250" b="0">
                <a:solidFill>
                  <a:srgbClr val="080808"/>
                </a:solidFill>
                <a:latin typeface="Arial"/>
                <a:ea typeface="Arial"/>
                <a:cs typeface="Arial"/>
              </a:rPr>
              <a:t>an earlier assignment.</a:t>
            </a:r>
          </a:p>
        </p:txBody>
      </p:sp>
      <p:pic>
        <p:nvPicPr>
          <p:cNvPr id="5" name="">
            <a:extLst xmlns:a="http://schemas.openxmlformats.org/drawingml/2006/main">
              <a:ext uri="{FF2B5EF4-FFF2-40B4-BE49-F238E27FC236}">
                <a16:creationId xmlns:a16="http://schemas.microsoft.com/office/drawing/2014/main" id="{67E9DC9D-4CB6-4382-A1D0-F2738417D578}"/>
              </a:ext>
            </a:extLst>
          </p:cNvPr>
          <p:cNvPicPr>
            <a:picLocks xmlns:a="http://schemas.openxmlformats.org/drawingml/2006/main" noChangeAspect="1"/>
          </p:cNvPicPr>
          <p:nvPr/>
        </p:nvPicPr>
        <p:blipFill>
          <a:blip xmlns:r="http://schemas.openxmlformats.org/officeDocument/2006/relationships" xmlns:a="http://schemas.openxmlformats.org/drawingml/2006/main" r:embed="Ra0ebf7ffeaa24c30"/>
          <a:stretch xmlns:a="http://schemas.openxmlformats.org/drawingml/2006/main"/>
        </p:blipFill>
        <p:spPr>
          <a:xfrm xmlns:a="http://schemas.openxmlformats.org/drawingml/2006/main">
            <a:off x="7048500" y="2724347"/>
            <a:ext cx="4495800" cy="3152380"/>
          </a:xfrm>
          <a:prstGeom xmlns:a="http://schemas.openxmlformats.org/drawingml/2006/main" prst="rect">
            <a:avLst/>
          </a:prstGeom>
        </p:spPr>
      </p:pic>
    </p:spTree>
    <p:extLst>
      <p:ext uri="{BB962C8B-B14F-4D97-AF65-F5344CB8AC3E}">
        <p14:creationId xmlns:p14="http://schemas.microsoft.com/office/powerpoint/2010/main" val="6639403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593311EA-2A84-44B1-A253-9B783E42A940}"/>
              </a:ext>
            </a:extLst>
          </p:cNvPr>
          <p:cNvSpPr>
            <a:spLocks xmlns:a="http://schemas.openxmlformats.org/drawingml/2006/main" noGrp="1"/>
          </p:cNvSpPr>
          <p:nvPr/>
        </p:nvSpPr>
        <p:spPr>
          <a:xfrm xmlns:a="http://schemas.openxmlformats.org/drawingml/2006/main">
            <a:off x="609600" y="457200"/>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675" b="1">
                <a:solidFill>
                  <a:srgbClr val="080808"/>
                </a:solidFill>
                <a:latin typeface="Arial"/>
                <a:ea typeface="Arial"/>
                <a:cs typeface="Arial"/>
              </a:defRPr>
            </a:defPPr>
            <a:lvl1pPr>
              <a:defRPr sz="3675" b="1">
                <a:solidFill>
                  <a:srgbClr val="080808"/>
                </a:solidFill>
                <a:latin typeface="Arial"/>
                <a:ea typeface="Arial"/>
                <a:cs typeface="Arial"/>
              </a:defRPr>
            </a:lvl1pPr>
            <a:lvl2pPr>
              <a:defRPr sz="3675" b="1">
                <a:solidFill>
                  <a:srgbClr val="080808"/>
                </a:solidFill>
                <a:latin typeface="Arial"/>
                <a:ea typeface="Arial"/>
                <a:cs typeface="Arial"/>
              </a:defRPr>
            </a:lvl2pPr>
            <a:lvl3pPr>
              <a:defRPr sz="3675" b="1">
                <a:solidFill>
                  <a:srgbClr val="080808"/>
                </a:solidFill>
                <a:latin typeface="Arial"/>
                <a:ea typeface="Arial"/>
                <a:cs typeface="Arial"/>
              </a:defRPr>
            </a:lvl3pPr>
            <a:lvl4pPr>
              <a:defRPr sz="3675" b="1">
                <a:solidFill>
                  <a:srgbClr val="080808"/>
                </a:solidFill>
                <a:latin typeface="Arial"/>
                <a:ea typeface="Arial"/>
                <a:cs typeface="Arial"/>
              </a:defRPr>
            </a:lvl4pPr>
            <a:lvl5pPr>
              <a:defRPr sz="3675" b="1">
                <a:solidFill>
                  <a:srgbClr val="080808"/>
                </a:solidFill>
                <a:latin typeface="Arial"/>
                <a:ea typeface="Arial"/>
                <a:cs typeface="Arial"/>
              </a:defRPr>
            </a:lvl5pPr>
            <a:lvl6pPr>
              <a:defRPr sz="3675" b="1">
                <a:solidFill>
                  <a:srgbClr val="080808"/>
                </a:solidFill>
                <a:latin typeface="Arial"/>
                <a:ea typeface="Arial"/>
                <a:cs typeface="Arial"/>
              </a:defRPr>
            </a:lvl6pPr>
            <a:lvl7pPr>
              <a:defRPr sz="3675" b="1">
                <a:solidFill>
                  <a:srgbClr val="080808"/>
                </a:solidFill>
                <a:latin typeface="Arial"/>
                <a:ea typeface="Arial"/>
                <a:cs typeface="Arial"/>
              </a:defRPr>
            </a:lvl7pPr>
            <a:lvl8pPr>
              <a:defRPr sz="3675" b="1">
                <a:solidFill>
                  <a:srgbClr val="080808"/>
                </a:solidFill>
                <a:latin typeface="Arial"/>
                <a:ea typeface="Arial"/>
                <a:cs typeface="Arial"/>
              </a:defRPr>
            </a:lvl8pPr>
            <a:lvl9pPr>
              <a:defRPr sz="3675" b="1">
                <a:solidFill>
                  <a:srgbClr val="080808"/>
                </a:solidFill>
                <a:latin typeface="Arial"/>
                <a:ea typeface="Arial"/>
                <a:cs typeface="Arial"/>
              </a:defRPr>
            </a:lvl9pPr>
          </a:lstStyle>
          <a:p xmlns:a="http://schemas.openxmlformats.org/drawingml/2006/main">
            <a:pPr>
              <a:defRPr sz="3675" b="1">
                <a:solidFill>
                  <a:srgbClr val="080808"/>
                </a:solidFill>
                <a:latin typeface="Arial"/>
                <a:ea typeface="Arial"/>
                <a:cs typeface="Arial"/>
              </a:defRPr>
            </a:pPr>
            <a:r>
              <a:rPr sz="3675" b="1">
                <a:solidFill>
                  <a:srgbClr val="080808"/>
                </a:solidFill>
                <a:latin typeface="Arial"/>
                <a:ea typeface="Arial"/>
                <a:cs typeface="Arial"/>
              </a:rPr>
              <a:t>Office hours can start further along</a:t>
            </a:r>
          </a:p>
        </p:txBody>
      </p:sp>
      <p:sp>
        <p:nvSpPr>
          <p:cNvPr id="2" name="">
            <a:extLst xmlns:a="http://schemas.openxmlformats.org/drawingml/2006/main">
              <a:ext uri="{FF2B5EF4-FFF2-40B4-BE49-F238E27FC236}">
                <a16:creationId xmlns:a16="http://schemas.microsoft.com/office/drawing/2014/main" id="{2E83E9F4-BE29-4CD1-A6E6-5D09A2FD3FC6}"/>
              </a:ext>
            </a:extLst>
          </p:cNvPr>
          <p:cNvSpPr>
            <a:spLocks xmlns:a="http://schemas.openxmlformats.org/drawingml/2006/main" noGrp="1"/>
          </p:cNvSpPr>
          <p:nvPr/>
        </p:nvSpPr>
        <p:spPr>
          <a:xfrm xmlns:a="http://schemas.openxmlformats.org/drawingml/2006/main">
            <a:off x="628650" y="145732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CC0000"/>
                </a:solidFill>
                <a:latin typeface="Arial"/>
                <a:ea typeface="Arial"/>
                <a:cs typeface="Arial"/>
              </a:defRPr>
            </a:defPPr>
            <a:lvl1pPr>
              <a:defRPr sz="2250" b="1">
                <a:solidFill>
                  <a:srgbClr val="CC0000"/>
                </a:solidFill>
                <a:latin typeface="Arial"/>
                <a:ea typeface="Arial"/>
                <a:cs typeface="Arial"/>
              </a:defRPr>
            </a:lvl1pPr>
            <a:lvl2pPr>
              <a:defRPr sz="2250" b="1">
                <a:solidFill>
                  <a:srgbClr val="CC0000"/>
                </a:solidFill>
                <a:latin typeface="Arial"/>
                <a:ea typeface="Arial"/>
                <a:cs typeface="Arial"/>
              </a:defRPr>
            </a:lvl2pPr>
            <a:lvl3pPr>
              <a:defRPr sz="2250" b="1">
                <a:solidFill>
                  <a:srgbClr val="CC0000"/>
                </a:solidFill>
                <a:latin typeface="Arial"/>
                <a:ea typeface="Arial"/>
                <a:cs typeface="Arial"/>
              </a:defRPr>
            </a:lvl3pPr>
            <a:lvl4pPr>
              <a:defRPr sz="2250" b="1">
                <a:solidFill>
                  <a:srgbClr val="CC0000"/>
                </a:solidFill>
                <a:latin typeface="Arial"/>
                <a:ea typeface="Arial"/>
                <a:cs typeface="Arial"/>
              </a:defRPr>
            </a:lvl4pPr>
            <a:lvl5pPr>
              <a:defRPr sz="2250" b="1">
                <a:solidFill>
                  <a:srgbClr val="CC0000"/>
                </a:solidFill>
                <a:latin typeface="Arial"/>
                <a:ea typeface="Arial"/>
                <a:cs typeface="Arial"/>
              </a:defRPr>
            </a:lvl5pPr>
            <a:lvl6pPr>
              <a:defRPr sz="2250" b="1">
                <a:solidFill>
                  <a:srgbClr val="CC0000"/>
                </a:solidFill>
                <a:latin typeface="Arial"/>
                <a:ea typeface="Arial"/>
                <a:cs typeface="Arial"/>
              </a:defRPr>
            </a:lvl6pPr>
            <a:lvl7pPr>
              <a:defRPr sz="2250" b="1">
                <a:solidFill>
                  <a:srgbClr val="CC0000"/>
                </a:solidFill>
                <a:latin typeface="Arial"/>
                <a:ea typeface="Arial"/>
                <a:cs typeface="Arial"/>
              </a:defRPr>
            </a:lvl7pPr>
            <a:lvl8pPr>
              <a:defRPr sz="2250" b="1">
                <a:solidFill>
                  <a:srgbClr val="CC0000"/>
                </a:solidFill>
                <a:latin typeface="Arial"/>
                <a:ea typeface="Arial"/>
                <a:cs typeface="Arial"/>
              </a:defRPr>
            </a:lvl8pPr>
            <a:lvl9pPr>
              <a:defRPr sz="2250" b="1">
                <a:solidFill>
                  <a:srgbClr val="CC0000"/>
                </a:solidFill>
                <a:latin typeface="Arial"/>
                <a:ea typeface="Arial"/>
                <a:cs typeface="Arial"/>
              </a:defRPr>
            </a:lvl9pPr>
          </a:lstStyle>
          <a:p xmlns:a="http://schemas.openxmlformats.org/drawingml/2006/main">
            <a:pPr>
              <a:defRPr sz="2250" b="1">
                <a:solidFill>
                  <a:srgbClr val="CC0000"/>
                </a:solidFill>
                <a:latin typeface="Arial"/>
                <a:ea typeface="Arial"/>
                <a:cs typeface="Arial"/>
              </a:defRPr>
            </a:pPr>
            <a:r>
              <a:rPr sz="2250" b="1">
                <a:solidFill>
                  <a:srgbClr val="CC0000"/>
                </a:solidFill>
                <a:latin typeface="Arial"/>
                <a:ea typeface="Arial"/>
                <a:cs typeface="Arial"/>
              </a:rPr>
              <a:t>Repeated attempts become a handoff the TA can use.</a:t>
            </a:r>
          </a:p>
        </p:txBody>
      </p:sp>
      <p:pic>
        <p:nvPicPr>
          <p:cNvPr id="3" name="">
            <a:extLst xmlns:a="http://schemas.openxmlformats.org/drawingml/2006/main">
              <a:ext uri="{FF2B5EF4-FFF2-40B4-BE49-F238E27FC236}">
                <a16:creationId xmlns:a16="http://schemas.microsoft.com/office/drawing/2014/main" id="{C1558154-F3A9-4AC8-973C-D54A42F5D48B}"/>
              </a:ext>
            </a:extLst>
          </p:cNvPr>
          <p:cNvPicPr>
            <a:picLocks xmlns:a="http://schemas.openxmlformats.org/drawingml/2006/main" noChangeAspect="1"/>
          </p:cNvPicPr>
          <p:nvPr/>
        </p:nvPicPr>
        <p:blipFill>
          <a:blip xmlns:r="http://schemas.openxmlformats.org/officeDocument/2006/relationships" xmlns:a="http://schemas.openxmlformats.org/drawingml/2006/main" r:embed="R9515bd9c4f124b27"/>
          <a:stretch xmlns:a="http://schemas.openxmlformats.org/drawingml/2006/main"/>
        </p:blipFill>
        <p:spPr>
          <a:xfrm xmlns:a="http://schemas.openxmlformats.org/drawingml/2006/main">
            <a:off x="1734760" y="2428875"/>
            <a:ext cx="8722479" cy="4048125"/>
          </a:xfrm>
          <a:prstGeom xmlns:a="http://schemas.openxmlformats.org/drawingml/2006/main" prst="rect">
            <a:avLst/>
          </a:prstGeom>
        </p:spPr>
      </p:pic>
    </p:spTree>
    <p:extLst>
      <p:ext uri="{BB962C8B-B14F-4D97-AF65-F5344CB8AC3E}">
        <p14:creationId xmlns:p14="http://schemas.microsoft.com/office/powerpoint/2010/main" val="163170426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4405BB7-B3B9-49E2-BD37-A30060D5D450}"/>
              </a:ext>
            </a:extLst>
          </p:cNvPr>
          <p:cNvSpPr>
            <a:spLocks xmlns:a="http://schemas.openxmlformats.org/drawingml/2006/main" noGrp="1"/>
          </p:cNvSpPr>
          <p:nvPr/>
        </p:nvSpPr>
        <p:spPr>
          <a:xfrm xmlns:a="http://schemas.openxmlformats.org/drawingml/2006/main">
            <a:off x="609600" y="514350"/>
            <a:ext cx="10953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750" b="1">
                <a:solidFill>
                  <a:srgbClr val="080808"/>
                </a:solidFill>
                <a:latin typeface="Arial"/>
                <a:ea typeface="Arial"/>
                <a:cs typeface="Arial"/>
              </a:defRPr>
            </a:defPPr>
            <a:lvl1pPr>
              <a:defRPr sz="3750" b="1">
                <a:solidFill>
                  <a:srgbClr val="080808"/>
                </a:solidFill>
                <a:latin typeface="Arial"/>
                <a:ea typeface="Arial"/>
                <a:cs typeface="Arial"/>
              </a:defRPr>
            </a:lvl1pPr>
            <a:lvl2pPr>
              <a:defRPr sz="3750" b="1">
                <a:solidFill>
                  <a:srgbClr val="080808"/>
                </a:solidFill>
                <a:latin typeface="Arial"/>
                <a:ea typeface="Arial"/>
                <a:cs typeface="Arial"/>
              </a:defRPr>
            </a:lvl2pPr>
            <a:lvl3pPr>
              <a:defRPr sz="3750" b="1">
                <a:solidFill>
                  <a:srgbClr val="080808"/>
                </a:solidFill>
                <a:latin typeface="Arial"/>
                <a:ea typeface="Arial"/>
                <a:cs typeface="Arial"/>
              </a:defRPr>
            </a:lvl3pPr>
            <a:lvl4pPr>
              <a:defRPr sz="3750" b="1">
                <a:solidFill>
                  <a:srgbClr val="080808"/>
                </a:solidFill>
                <a:latin typeface="Arial"/>
                <a:ea typeface="Arial"/>
                <a:cs typeface="Arial"/>
              </a:defRPr>
            </a:lvl4pPr>
            <a:lvl5pPr>
              <a:defRPr sz="3750" b="1">
                <a:solidFill>
                  <a:srgbClr val="080808"/>
                </a:solidFill>
                <a:latin typeface="Arial"/>
                <a:ea typeface="Arial"/>
                <a:cs typeface="Arial"/>
              </a:defRPr>
            </a:lvl5pPr>
            <a:lvl6pPr>
              <a:defRPr sz="3750" b="1">
                <a:solidFill>
                  <a:srgbClr val="080808"/>
                </a:solidFill>
                <a:latin typeface="Arial"/>
                <a:ea typeface="Arial"/>
                <a:cs typeface="Arial"/>
              </a:defRPr>
            </a:lvl6pPr>
            <a:lvl7pPr>
              <a:defRPr sz="3750" b="1">
                <a:solidFill>
                  <a:srgbClr val="080808"/>
                </a:solidFill>
                <a:latin typeface="Arial"/>
                <a:ea typeface="Arial"/>
                <a:cs typeface="Arial"/>
              </a:defRPr>
            </a:lvl7pPr>
            <a:lvl8pPr>
              <a:defRPr sz="3750" b="1">
                <a:solidFill>
                  <a:srgbClr val="080808"/>
                </a:solidFill>
                <a:latin typeface="Arial"/>
                <a:ea typeface="Arial"/>
                <a:cs typeface="Arial"/>
              </a:defRPr>
            </a:lvl8pPr>
            <a:lvl9pPr>
              <a:defRPr sz="3750" b="1">
                <a:solidFill>
                  <a:srgbClr val="080808"/>
                </a:solidFill>
                <a:latin typeface="Arial"/>
                <a:ea typeface="Arial"/>
                <a:cs typeface="Arial"/>
              </a:defRPr>
            </a:lvl9pPr>
          </a:lstStyle>
          <a:p xmlns:a="http://schemas.openxmlformats.org/drawingml/2006/main">
            <a:pPr>
              <a:defRPr sz="3750" b="1">
                <a:solidFill>
                  <a:srgbClr val="080808"/>
                </a:solidFill>
                <a:latin typeface="Arial"/>
                <a:ea typeface="Arial"/>
                <a:cs typeface="Arial"/>
              </a:defRPr>
            </a:pPr>
            <a:r>
              <a:rPr sz="3750" b="1">
                <a:solidFill>
                  <a:srgbClr val="080808"/>
                </a:solidFill>
                <a:latin typeface="Arial"/>
                <a:ea typeface="Arial"/>
                <a:cs typeface="Arial"/>
              </a:rPr>
              <a:t>The assignment changed.</a:t>
            </a:r>
          </a:p>
          <a:p xmlns:a="http://schemas.openxmlformats.org/drawingml/2006/main">
            <a:pPr>
              <a:defRPr sz="3750" b="1">
                <a:solidFill>
                  <a:srgbClr val="080808"/>
                </a:solidFill>
                <a:latin typeface="Arial"/>
                <a:ea typeface="Arial"/>
                <a:cs typeface="Arial"/>
              </a:defRPr>
            </a:pPr>
            <a:r>
              <a:rPr sz="3750" b="1">
                <a:solidFill>
                  <a:srgbClr val="080808"/>
                </a:solidFill>
                <a:latin typeface="Arial"/>
                <a:ea typeface="Arial"/>
                <a:cs typeface="Arial"/>
              </a:rPr>
              <a:t>The student needs to know.</a:t>
            </a:r>
          </a:p>
        </p:txBody>
      </p:sp>
      <p:pic>
        <p:nvPicPr>
          <p:cNvPr id="2" name="">
            <a:extLst xmlns:a="http://schemas.openxmlformats.org/drawingml/2006/main">
              <a:ext uri="{FF2B5EF4-FFF2-40B4-BE49-F238E27FC236}">
                <a16:creationId xmlns:a16="http://schemas.microsoft.com/office/drawing/2014/main" id="{37B6AC14-6F12-444A-BFD5-EE94D02728A3}"/>
              </a:ext>
            </a:extLst>
          </p:cNvPr>
          <p:cNvPicPr>
            <a:picLocks xmlns:a="http://schemas.openxmlformats.org/drawingml/2006/main" noChangeAspect="1"/>
          </p:cNvPicPr>
          <p:nvPr/>
        </p:nvPicPr>
        <p:blipFill>
          <a:blip xmlns:r="http://schemas.openxmlformats.org/officeDocument/2006/relationships" xmlns:a="http://schemas.openxmlformats.org/drawingml/2006/main" r:embed="Rf50d30e9763242ac"/>
          <a:stretch xmlns:a="http://schemas.openxmlformats.org/drawingml/2006/main"/>
        </p:blipFill>
        <p:spPr>
          <a:xfrm xmlns:a="http://schemas.openxmlformats.org/drawingml/2006/main">
            <a:off x="590550" y="2458442"/>
            <a:ext cx="6191250" cy="3998516"/>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61325F3-2963-430F-BB88-E37AB71A19C5}"/>
              </a:ext>
            </a:extLst>
          </p:cNvPr>
          <p:cNvSpPr>
            <a:spLocks xmlns:a="http://schemas.openxmlformats.org/drawingml/2006/main" noGrp="1"/>
          </p:cNvSpPr>
          <p:nvPr/>
        </p:nvSpPr>
        <p:spPr>
          <a:xfrm xmlns:a="http://schemas.openxmlformats.org/drawingml/2006/main">
            <a:off x="7477125" y="2619375"/>
            <a:ext cx="4048125"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550" b="1">
                <a:solidFill>
                  <a:srgbClr val="CC0000"/>
                </a:solidFill>
                <a:latin typeface="Arial"/>
                <a:ea typeface="Arial"/>
                <a:cs typeface="Arial"/>
              </a:defRPr>
            </a:defPPr>
            <a:lvl1pPr>
              <a:defRPr sz="2550" b="1">
                <a:solidFill>
                  <a:srgbClr val="CC0000"/>
                </a:solidFill>
                <a:latin typeface="Arial"/>
                <a:ea typeface="Arial"/>
                <a:cs typeface="Arial"/>
              </a:defRPr>
            </a:lvl1pPr>
            <a:lvl2pPr>
              <a:defRPr sz="2550" b="1">
                <a:solidFill>
                  <a:srgbClr val="CC0000"/>
                </a:solidFill>
                <a:latin typeface="Arial"/>
                <a:ea typeface="Arial"/>
                <a:cs typeface="Arial"/>
              </a:defRPr>
            </a:lvl2pPr>
            <a:lvl3pPr>
              <a:defRPr sz="2550" b="1">
                <a:solidFill>
                  <a:srgbClr val="CC0000"/>
                </a:solidFill>
                <a:latin typeface="Arial"/>
                <a:ea typeface="Arial"/>
                <a:cs typeface="Arial"/>
              </a:defRPr>
            </a:lvl3pPr>
            <a:lvl4pPr>
              <a:defRPr sz="2550" b="1">
                <a:solidFill>
                  <a:srgbClr val="CC0000"/>
                </a:solidFill>
                <a:latin typeface="Arial"/>
                <a:ea typeface="Arial"/>
                <a:cs typeface="Arial"/>
              </a:defRPr>
            </a:lvl4pPr>
            <a:lvl5pPr>
              <a:defRPr sz="2550" b="1">
                <a:solidFill>
                  <a:srgbClr val="CC0000"/>
                </a:solidFill>
                <a:latin typeface="Arial"/>
                <a:ea typeface="Arial"/>
                <a:cs typeface="Arial"/>
              </a:defRPr>
            </a:lvl5pPr>
            <a:lvl6pPr>
              <a:defRPr sz="2550" b="1">
                <a:solidFill>
                  <a:srgbClr val="CC0000"/>
                </a:solidFill>
                <a:latin typeface="Arial"/>
                <a:ea typeface="Arial"/>
                <a:cs typeface="Arial"/>
              </a:defRPr>
            </a:lvl6pPr>
            <a:lvl7pPr>
              <a:defRPr sz="2550" b="1">
                <a:solidFill>
                  <a:srgbClr val="CC0000"/>
                </a:solidFill>
                <a:latin typeface="Arial"/>
                <a:ea typeface="Arial"/>
                <a:cs typeface="Arial"/>
              </a:defRPr>
            </a:lvl7pPr>
            <a:lvl8pPr>
              <a:defRPr sz="2550" b="1">
                <a:solidFill>
                  <a:srgbClr val="CC0000"/>
                </a:solidFill>
                <a:latin typeface="Arial"/>
                <a:ea typeface="Arial"/>
                <a:cs typeface="Arial"/>
              </a:defRPr>
            </a:lvl8pPr>
            <a:lvl9pPr>
              <a:defRPr sz="2550" b="1">
                <a:solidFill>
                  <a:srgbClr val="CC0000"/>
                </a:solidFill>
                <a:latin typeface="Arial"/>
                <a:ea typeface="Arial"/>
                <a:cs typeface="Arial"/>
              </a:defRPr>
            </a:lvl9pPr>
          </a:lstStyle>
          <a:p xmlns:a="http://schemas.openxmlformats.org/drawingml/2006/main">
            <a:pPr>
              <a:defRPr sz="2550" b="1">
                <a:solidFill>
                  <a:srgbClr val="CC0000"/>
                </a:solidFill>
                <a:latin typeface="Arial"/>
                <a:ea typeface="Arial"/>
                <a:cs typeface="Arial"/>
              </a:defRPr>
            </a:pPr>
            <a:r>
              <a:rPr sz="2550" b="1">
                <a:solidFill>
                  <a:srgbClr val="CC0000"/>
                </a:solidFill>
                <a:latin typeface="Arial"/>
                <a:ea typeface="Arial"/>
                <a:cs typeface="Arial"/>
              </a:rPr>
              <a:t>A revised requirement</a:t>
            </a:r>
          </a:p>
          <a:p xmlns:a="http://schemas.openxmlformats.org/drawingml/2006/main">
            <a:pPr>
              <a:defRPr sz="2550" b="1">
                <a:solidFill>
                  <a:srgbClr val="CC0000"/>
                </a:solidFill>
                <a:latin typeface="Arial"/>
                <a:ea typeface="Arial"/>
                <a:cs typeface="Arial"/>
              </a:defRPr>
            </a:pPr>
            <a:r>
              <a:rPr sz="2550" b="1">
                <a:solidFill>
                  <a:srgbClr val="CC0000"/>
                </a:solidFill>
                <a:latin typeface="Arial"/>
                <a:ea typeface="Arial"/>
                <a:cs typeface="Arial"/>
              </a:rPr>
              <a:t>should be easy to spot.</a:t>
            </a:r>
          </a:p>
        </p:txBody>
      </p:sp>
      <p:sp>
        <p:nvSpPr>
          <p:cNvPr id="4" name="">
            <a:extLst xmlns:a="http://schemas.openxmlformats.org/drawingml/2006/main">
              <a:ext uri="{FF2B5EF4-FFF2-40B4-BE49-F238E27FC236}">
                <a16:creationId xmlns:a16="http://schemas.microsoft.com/office/drawing/2014/main" id="{18A65677-982E-45A3-93AC-CC0D402F4324}"/>
              </a:ext>
            </a:extLst>
          </p:cNvPr>
          <p:cNvSpPr>
            <a:spLocks xmlns:a="http://schemas.openxmlformats.org/drawingml/2006/main" noGrp="1"/>
          </p:cNvSpPr>
          <p:nvPr/>
        </p:nvSpPr>
        <p:spPr>
          <a:xfrm xmlns:a="http://schemas.openxmlformats.org/drawingml/2006/main">
            <a:off x="7477125" y="4276725"/>
            <a:ext cx="4048125"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080808"/>
                </a:solidFill>
                <a:latin typeface="Arial"/>
                <a:ea typeface="Arial"/>
                <a:cs typeface="Arial"/>
              </a:defRPr>
            </a:defPPr>
            <a:lvl1pPr>
              <a:defRPr sz="2025" b="0">
                <a:solidFill>
                  <a:srgbClr val="080808"/>
                </a:solidFill>
                <a:latin typeface="Arial"/>
                <a:ea typeface="Arial"/>
                <a:cs typeface="Arial"/>
              </a:defRPr>
            </a:lvl1pPr>
            <a:lvl2pPr>
              <a:defRPr sz="2025" b="0">
                <a:solidFill>
                  <a:srgbClr val="080808"/>
                </a:solidFill>
                <a:latin typeface="Arial"/>
                <a:ea typeface="Arial"/>
                <a:cs typeface="Arial"/>
              </a:defRPr>
            </a:lvl2pPr>
            <a:lvl3pPr>
              <a:defRPr sz="2025" b="0">
                <a:solidFill>
                  <a:srgbClr val="080808"/>
                </a:solidFill>
                <a:latin typeface="Arial"/>
                <a:ea typeface="Arial"/>
                <a:cs typeface="Arial"/>
              </a:defRPr>
            </a:lvl3pPr>
            <a:lvl4pPr>
              <a:defRPr sz="2025" b="0">
                <a:solidFill>
                  <a:srgbClr val="080808"/>
                </a:solidFill>
                <a:latin typeface="Arial"/>
                <a:ea typeface="Arial"/>
                <a:cs typeface="Arial"/>
              </a:defRPr>
            </a:lvl4pPr>
            <a:lvl5pPr>
              <a:defRPr sz="2025" b="0">
                <a:solidFill>
                  <a:srgbClr val="080808"/>
                </a:solidFill>
                <a:latin typeface="Arial"/>
                <a:ea typeface="Arial"/>
                <a:cs typeface="Arial"/>
              </a:defRPr>
            </a:lvl5pPr>
            <a:lvl6pPr>
              <a:defRPr sz="2025" b="0">
                <a:solidFill>
                  <a:srgbClr val="080808"/>
                </a:solidFill>
                <a:latin typeface="Arial"/>
                <a:ea typeface="Arial"/>
                <a:cs typeface="Arial"/>
              </a:defRPr>
            </a:lvl6pPr>
            <a:lvl7pPr>
              <a:defRPr sz="2025" b="0">
                <a:solidFill>
                  <a:srgbClr val="080808"/>
                </a:solidFill>
                <a:latin typeface="Arial"/>
                <a:ea typeface="Arial"/>
                <a:cs typeface="Arial"/>
              </a:defRPr>
            </a:lvl7pPr>
            <a:lvl8pPr>
              <a:defRPr sz="2025" b="0">
                <a:solidFill>
                  <a:srgbClr val="080808"/>
                </a:solidFill>
                <a:latin typeface="Arial"/>
                <a:ea typeface="Arial"/>
                <a:cs typeface="Arial"/>
              </a:defRPr>
            </a:lvl8pPr>
            <a:lvl9pPr>
              <a:defRPr sz="2025" b="0">
                <a:solidFill>
                  <a:srgbClr val="080808"/>
                </a:solidFill>
                <a:latin typeface="Arial"/>
                <a:ea typeface="Arial"/>
                <a:cs typeface="Arial"/>
              </a:defRPr>
            </a:lvl9pPr>
          </a:lstStyle>
          <a:p xmlns:a="http://schemas.openxmlformats.org/drawingml/2006/main">
            <a:pPr>
              <a:defRPr sz="2025" b="0">
                <a:solidFill>
                  <a:srgbClr val="080808"/>
                </a:solidFill>
                <a:latin typeface="Arial"/>
                <a:ea typeface="Arial"/>
                <a:cs typeface="Arial"/>
              </a:defRPr>
            </a:pPr>
            <a:r>
              <a:rPr sz="2025" b="0">
                <a:solidFill>
                  <a:srgbClr val="080808"/>
                </a:solidFill>
                <a:latin typeface="Arial"/>
                <a:ea typeface="Arial"/>
                <a:cs typeface="Arial"/>
              </a:rPr>
              <a:t>Course summaries explain</a:t>
            </a:r>
          </a:p>
          <a:p xmlns:a="http://schemas.openxmlformats.org/drawingml/2006/main">
            <a:pPr>
              <a:defRPr sz="2025" b="0">
                <a:solidFill>
                  <a:srgbClr val="080808"/>
                </a:solidFill>
                <a:latin typeface="Arial"/>
                <a:ea typeface="Arial"/>
                <a:cs typeface="Arial"/>
              </a:defRPr>
            </a:pPr>
            <a:r>
              <a:rPr sz="2025" b="0">
                <a:solidFill>
                  <a:srgbClr val="080808"/>
                </a:solidFill>
                <a:latin typeface="Arial"/>
                <a:ea typeface="Arial"/>
                <a:cs typeface="Arial"/>
              </a:rPr>
              <a:t>what changed. Canvas imports</a:t>
            </a:r>
          </a:p>
          <a:p xmlns:a="http://schemas.openxmlformats.org/drawingml/2006/main">
            <a:pPr>
              <a:defRPr sz="2025" b="0">
                <a:solidFill>
                  <a:srgbClr val="080808"/>
                </a:solidFill>
                <a:latin typeface="Arial"/>
                <a:ea typeface="Arial"/>
                <a:cs typeface="Arial"/>
              </a:defRPr>
            </a:pPr>
            <a:r>
              <a:rPr sz="2025" b="0">
                <a:solidFill>
                  <a:srgbClr val="080808"/>
                </a:solidFill>
                <a:latin typeface="Arial"/>
                <a:ea typeface="Arial"/>
                <a:cs typeface="Arial"/>
              </a:rPr>
              <a:t>keep instructions and due</a:t>
            </a:r>
          </a:p>
          <a:p xmlns:a="http://schemas.openxmlformats.org/drawingml/2006/main">
            <a:pPr>
              <a:defRPr sz="2025" b="0">
                <a:solidFill>
                  <a:srgbClr val="080808"/>
                </a:solidFill>
                <a:latin typeface="Arial"/>
                <a:ea typeface="Arial"/>
                <a:cs typeface="Arial"/>
              </a:defRPr>
            </a:pPr>
            <a:r>
              <a:rPr sz="2025" b="0">
                <a:solidFill>
                  <a:srgbClr val="080808"/>
                </a:solidFill>
                <a:latin typeface="Arial"/>
                <a:ea typeface="Arial"/>
                <a:cs typeface="Arial"/>
              </a:rPr>
              <a:t>dates in the same workspace.</a:t>
            </a:r>
          </a:p>
        </p:txBody>
      </p:sp>
    </p:spTree>
    <p:extLst>
      <p:ext uri="{BB962C8B-B14F-4D97-AF65-F5344CB8AC3E}">
        <p14:creationId xmlns:p14="http://schemas.microsoft.com/office/powerpoint/2010/main" val="179631055"/>
      </p:ext>
    </p:extLst>
  </p:cSld>
</p:sld>
</file>

<file path=ppt/slides/slide6.xml><?xml version="1.0" encoding="utf-8"?>
<p:sld xmlns:p="http://schemas.openxmlformats.org/presentationml/2006/main">
  <p:cSld>
    <p:bg>
      <p:bgPr>
        <a:solidFill xmlns:a="http://schemas.openxmlformats.org/drawingml/2006/main">
          <a:srgbClr val="08080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206BC2E-4F09-4CE4-869D-8D1B27137304}"/>
              </a:ext>
            </a:extLst>
          </p:cNvPr>
          <p:cNvSpPr>
            <a:spLocks xmlns:a="http://schemas.openxmlformats.org/drawingml/2006/main" noGrp="1"/>
          </p:cNvSpPr>
          <p:nvPr/>
        </p:nvSpPr>
        <p:spPr>
          <a:xfrm xmlns:a="http://schemas.openxmlformats.org/drawingml/2006/main">
            <a:off x="609600" y="457200"/>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050" b="1">
                <a:solidFill>
                  <a:srgbClr val="FFFFFF"/>
                </a:solidFill>
                <a:latin typeface="Arial"/>
                <a:ea typeface="Arial"/>
                <a:cs typeface="Arial"/>
              </a:defRPr>
            </a:defPPr>
            <a:lvl1pPr>
              <a:defRPr sz="4050" b="1">
                <a:solidFill>
                  <a:srgbClr val="FFFFFF"/>
                </a:solidFill>
                <a:latin typeface="Arial"/>
                <a:ea typeface="Arial"/>
                <a:cs typeface="Arial"/>
              </a:defRPr>
            </a:lvl1pPr>
            <a:lvl2pPr>
              <a:defRPr sz="4050" b="1">
                <a:solidFill>
                  <a:srgbClr val="FFFFFF"/>
                </a:solidFill>
                <a:latin typeface="Arial"/>
                <a:ea typeface="Arial"/>
                <a:cs typeface="Arial"/>
              </a:defRPr>
            </a:lvl2pPr>
            <a:lvl3pPr>
              <a:defRPr sz="4050" b="1">
                <a:solidFill>
                  <a:srgbClr val="FFFFFF"/>
                </a:solidFill>
                <a:latin typeface="Arial"/>
                <a:ea typeface="Arial"/>
                <a:cs typeface="Arial"/>
              </a:defRPr>
            </a:lvl3pPr>
            <a:lvl4pPr>
              <a:defRPr sz="4050" b="1">
                <a:solidFill>
                  <a:srgbClr val="FFFFFF"/>
                </a:solidFill>
                <a:latin typeface="Arial"/>
                <a:ea typeface="Arial"/>
                <a:cs typeface="Arial"/>
              </a:defRPr>
            </a:lvl4pPr>
            <a:lvl5pPr>
              <a:defRPr sz="4050" b="1">
                <a:solidFill>
                  <a:srgbClr val="FFFFFF"/>
                </a:solidFill>
                <a:latin typeface="Arial"/>
                <a:ea typeface="Arial"/>
                <a:cs typeface="Arial"/>
              </a:defRPr>
            </a:lvl5pPr>
            <a:lvl6pPr>
              <a:defRPr sz="4050" b="1">
                <a:solidFill>
                  <a:srgbClr val="FFFFFF"/>
                </a:solidFill>
                <a:latin typeface="Arial"/>
                <a:ea typeface="Arial"/>
                <a:cs typeface="Arial"/>
              </a:defRPr>
            </a:lvl6pPr>
            <a:lvl7pPr>
              <a:defRPr sz="4050" b="1">
                <a:solidFill>
                  <a:srgbClr val="FFFFFF"/>
                </a:solidFill>
                <a:latin typeface="Arial"/>
                <a:ea typeface="Arial"/>
                <a:cs typeface="Arial"/>
              </a:defRPr>
            </a:lvl7pPr>
            <a:lvl8pPr>
              <a:defRPr sz="4050" b="1">
                <a:solidFill>
                  <a:srgbClr val="FFFFFF"/>
                </a:solidFill>
                <a:latin typeface="Arial"/>
                <a:ea typeface="Arial"/>
                <a:cs typeface="Arial"/>
              </a:defRPr>
            </a:lvl8pPr>
            <a:lvl9pPr>
              <a:defRPr sz="4050" b="1">
                <a:solidFill>
                  <a:srgbClr val="FFFFFF"/>
                </a:solidFill>
                <a:latin typeface="Arial"/>
                <a:ea typeface="Arial"/>
                <a:cs typeface="Arial"/>
              </a:defRPr>
            </a:lvl9pPr>
          </a:lstStyle>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Classes have to fit a life</a:t>
            </a:r>
          </a:p>
        </p:txBody>
      </p:sp>
      <p:sp>
        <p:nvSpPr>
          <p:cNvPr id="2" name="">
            <a:extLst xmlns:a="http://schemas.openxmlformats.org/drawingml/2006/main">
              <a:ext uri="{FF2B5EF4-FFF2-40B4-BE49-F238E27FC236}">
                <a16:creationId xmlns:a16="http://schemas.microsoft.com/office/drawing/2014/main" id="{BF6F53E8-610C-42A0-B997-D4F58B8BB54E}"/>
              </a:ext>
            </a:extLst>
          </p:cNvPr>
          <p:cNvSpPr>
            <a:spLocks xmlns:a="http://schemas.openxmlformats.org/drawingml/2006/main" noGrp="1"/>
          </p:cNvSpPr>
          <p:nvPr/>
        </p:nvSpPr>
        <p:spPr>
          <a:xfrm xmlns:a="http://schemas.openxmlformats.org/drawingml/2006/main">
            <a:off x="609600" y="1962150"/>
            <a:ext cx="5381625"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“I work Tuesday</a:t>
            </a:r>
          </a:p>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and Thursday</a:t>
            </a:r>
          </a:p>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afternoons.”</a:t>
            </a:r>
          </a:p>
        </p:txBody>
      </p:sp>
      <p:sp>
        <p:nvSpPr>
          <p:cNvPr id="3" name="">
            <a:extLst xmlns:a="http://schemas.openxmlformats.org/drawingml/2006/main">
              <a:ext uri="{FF2B5EF4-FFF2-40B4-BE49-F238E27FC236}">
                <a16:creationId xmlns:a16="http://schemas.microsoft.com/office/drawing/2014/main" id="{5642835E-9C62-4381-A430-3A7AD68CDE16}"/>
              </a:ext>
            </a:extLst>
          </p:cNvPr>
          <p:cNvSpPr>
            <a:spLocks xmlns:a="http://schemas.openxmlformats.org/drawingml/2006/main" noGrp="1"/>
          </p:cNvSpPr>
          <p:nvPr/>
        </p:nvSpPr>
        <p:spPr>
          <a:xfrm xmlns:a="http://schemas.openxmlformats.org/drawingml/2006/main">
            <a:off x="638175" y="4562475"/>
            <a:ext cx="5048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CDCDCD"/>
                </a:solidFill>
                <a:latin typeface="Arial"/>
                <a:ea typeface="Arial"/>
                <a:cs typeface="Arial"/>
              </a:defRPr>
            </a:defPPr>
            <a:lvl1pPr>
              <a:defRPr sz="2175" b="0">
                <a:solidFill>
                  <a:srgbClr val="CDCDCD"/>
                </a:solidFill>
                <a:latin typeface="Arial"/>
                <a:ea typeface="Arial"/>
                <a:cs typeface="Arial"/>
              </a:defRPr>
            </a:lvl1pPr>
            <a:lvl2pPr>
              <a:defRPr sz="2175" b="0">
                <a:solidFill>
                  <a:srgbClr val="CDCDCD"/>
                </a:solidFill>
                <a:latin typeface="Arial"/>
                <a:ea typeface="Arial"/>
                <a:cs typeface="Arial"/>
              </a:defRPr>
            </a:lvl2pPr>
            <a:lvl3pPr>
              <a:defRPr sz="2175" b="0">
                <a:solidFill>
                  <a:srgbClr val="CDCDCD"/>
                </a:solidFill>
                <a:latin typeface="Arial"/>
                <a:ea typeface="Arial"/>
                <a:cs typeface="Arial"/>
              </a:defRPr>
            </a:lvl3pPr>
            <a:lvl4pPr>
              <a:defRPr sz="2175" b="0">
                <a:solidFill>
                  <a:srgbClr val="CDCDCD"/>
                </a:solidFill>
                <a:latin typeface="Arial"/>
                <a:ea typeface="Arial"/>
                <a:cs typeface="Arial"/>
              </a:defRPr>
            </a:lvl4pPr>
            <a:lvl5pPr>
              <a:defRPr sz="2175" b="0">
                <a:solidFill>
                  <a:srgbClr val="CDCDCD"/>
                </a:solidFill>
                <a:latin typeface="Arial"/>
                <a:ea typeface="Arial"/>
                <a:cs typeface="Arial"/>
              </a:defRPr>
            </a:lvl5pPr>
            <a:lvl6pPr>
              <a:defRPr sz="2175" b="0">
                <a:solidFill>
                  <a:srgbClr val="CDCDCD"/>
                </a:solidFill>
                <a:latin typeface="Arial"/>
                <a:ea typeface="Arial"/>
                <a:cs typeface="Arial"/>
              </a:defRPr>
            </a:lvl6pPr>
            <a:lvl7pPr>
              <a:defRPr sz="2175" b="0">
                <a:solidFill>
                  <a:srgbClr val="CDCDCD"/>
                </a:solidFill>
                <a:latin typeface="Arial"/>
                <a:ea typeface="Arial"/>
                <a:cs typeface="Arial"/>
              </a:defRPr>
            </a:lvl7pPr>
            <a:lvl8pPr>
              <a:defRPr sz="2175" b="0">
                <a:solidFill>
                  <a:srgbClr val="CDCDCD"/>
                </a:solidFill>
                <a:latin typeface="Arial"/>
                <a:ea typeface="Arial"/>
                <a:cs typeface="Arial"/>
              </a:defRPr>
            </a:lvl8pPr>
            <a:lvl9pPr>
              <a:defRPr sz="2175" b="0">
                <a:solidFill>
                  <a:srgbClr val="CDCDCD"/>
                </a:solidFill>
                <a:latin typeface="Arial"/>
                <a:ea typeface="Arial"/>
                <a:cs typeface="Arial"/>
              </a:defRPr>
            </a:lvl9pPr>
          </a:lstStyle>
          <a:p xmlns:a="http://schemas.openxmlformats.org/drawingml/2006/main">
            <a:pPr>
              <a:defRPr sz="2175" b="0">
                <a:solidFill>
                  <a:srgbClr val="CDCDCD"/>
                </a:solidFill>
                <a:latin typeface="Arial"/>
                <a:ea typeface="Arial"/>
                <a:cs typeface="Arial"/>
              </a:defRPr>
            </a:pPr>
            <a:r>
              <a:rPr sz="2175" b="0">
                <a:solidFill>
                  <a:srgbClr val="CDCDCD"/>
                </a:solidFill>
                <a:latin typeface="Arial"/>
                <a:ea typeface="Arial"/>
                <a:cs typeface="Arial"/>
              </a:rPr>
              <a:t>State the constraint once.</a:t>
            </a:r>
          </a:p>
          <a:p xmlns:a="http://schemas.openxmlformats.org/drawingml/2006/main">
            <a:pPr>
              <a:defRPr sz="2175" b="0">
                <a:solidFill>
                  <a:srgbClr val="CDCDCD"/>
                </a:solidFill>
                <a:latin typeface="Arial"/>
                <a:ea typeface="Arial"/>
                <a:cs typeface="Arial"/>
              </a:defRPr>
            </a:pPr>
            <a:r>
              <a:rPr sz="2175" b="0">
                <a:solidFill>
                  <a:srgbClr val="CDCDCD"/>
                </a:solidFill>
                <a:latin typeface="Arial"/>
                <a:ea typeface="Arial"/>
                <a:cs typeface="Arial"/>
              </a:rPr>
              <a:t>Compare schedules that respect it.</a:t>
            </a:r>
          </a:p>
        </p:txBody>
      </p:sp>
      <p:pic>
        <p:nvPicPr>
          <p:cNvPr id="4" name="">
            <a:extLst xmlns:a="http://schemas.openxmlformats.org/drawingml/2006/main">
              <a:ext uri="{FF2B5EF4-FFF2-40B4-BE49-F238E27FC236}">
                <a16:creationId xmlns:a16="http://schemas.microsoft.com/office/drawing/2014/main" id="{CEDA6B03-F1EE-433C-88DC-408A29408255}"/>
              </a:ext>
            </a:extLst>
          </p:cNvPr>
          <p:cNvPicPr>
            <a:picLocks xmlns:a="http://schemas.openxmlformats.org/drawingml/2006/main" noChangeAspect="1"/>
          </p:cNvPicPr>
          <p:nvPr/>
        </p:nvPicPr>
        <p:blipFill>
          <a:blip xmlns:r="http://schemas.openxmlformats.org/officeDocument/2006/relationships" xmlns:a="http://schemas.openxmlformats.org/drawingml/2006/main" r:embed="Rfb146ea97cfb41b9"/>
          <a:stretch xmlns:a="http://schemas.openxmlformats.org/drawingml/2006/main"/>
        </p:blipFill>
        <p:spPr>
          <a:xfrm xmlns:a="http://schemas.openxmlformats.org/drawingml/2006/main">
            <a:off x="6383794" y="1685925"/>
            <a:ext cx="5215611" cy="40195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6D5AD25-23F6-4E51-A195-7BAD977AF107}"/>
              </a:ext>
            </a:extLst>
          </p:cNvPr>
          <p:cNvSpPr>
            <a:spLocks xmlns:a="http://schemas.openxmlformats.org/drawingml/2006/main" noGrp="1"/>
          </p:cNvSpPr>
          <p:nvPr/>
        </p:nvSpPr>
        <p:spPr>
          <a:xfrm xmlns:a="http://schemas.openxmlformats.org/drawingml/2006/main">
            <a:off x="6381750" y="6019800"/>
            <a:ext cx="5219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FFFFFF"/>
                </a:solidFill>
                <a:latin typeface="Arial"/>
                <a:ea typeface="Arial"/>
                <a:cs typeface="Arial"/>
              </a:defRPr>
            </a:defPPr>
            <a:lvl1pPr>
              <a:defRPr sz="1650" b="1">
                <a:solidFill>
                  <a:srgbClr val="FFFFFF"/>
                </a:solidFill>
                <a:latin typeface="Arial"/>
                <a:ea typeface="Arial"/>
                <a:cs typeface="Arial"/>
              </a:defRPr>
            </a:lvl1pPr>
            <a:lvl2pPr>
              <a:defRPr sz="1650" b="1">
                <a:solidFill>
                  <a:srgbClr val="FFFFFF"/>
                </a:solidFill>
                <a:latin typeface="Arial"/>
                <a:ea typeface="Arial"/>
                <a:cs typeface="Arial"/>
              </a:defRPr>
            </a:lvl2pPr>
            <a:lvl3pPr>
              <a:defRPr sz="1650" b="1">
                <a:solidFill>
                  <a:srgbClr val="FFFFFF"/>
                </a:solidFill>
                <a:latin typeface="Arial"/>
                <a:ea typeface="Arial"/>
                <a:cs typeface="Arial"/>
              </a:defRPr>
            </a:lvl3pPr>
            <a:lvl4pPr>
              <a:defRPr sz="1650" b="1">
                <a:solidFill>
                  <a:srgbClr val="FFFFFF"/>
                </a:solidFill>
                <a:latin typeface="Arial"/>
                <a:ea typeface="Arial"/>
                <a:cs typeface="Arial"/>
              </a:defRPr>
            </a:lvl4pPr>
            <a:lvl5pPr>
              <a:defRPr sz="1650" b="1">
                <a:solidFill>
                  <a:srgbClr val="FFFFFF"/>
                </a:solidFill>
                <a:latin typeface="Arial"/>
                <a:ea typeface="Arial"/>
                <a:cs typeface="Arial"/>
              </a:defRPr>
            </a:lvl5pPr>
            <a:lvl6pPr>
              <a:defRPr sz="1650" b="1">
                <a:solidFill>
                  <a:srgbClr val="FFFFFF"/>
                </a:solidFill>
                <a:latin typeface="Arial"/>
                <a:ea typeface="Arial"/>
                <a:cs typeface="Arial"/>
              </a:defRPr>
            </a:lvl6pPr>
            <a:lvl7pPr>
              <a:defRPr sz="1650" b="1">
                <a:solidFill>
                  <a:srgbClr val="FFFFFF"/>
                </a:solidFill>
                <a:latin typeface="Arial"/>
                <a:ea typeface="Arial"/>
                <a:cs typeface="Arial"/>
              </a:defRPr>
            </a:lvl7pPr>
            <a:lvl8pPr>
              <a:defRPr sz="1650" b="1">
                <a:solidFill>
                  <a:srgbClr val="FFFFFF"/>
                </a:solidFill>
                <a:latin typeface="Arial"/>
                <a:ea typeface="Arial"/>
                <a:cs typeface="Arial"/>
              </a:defRPr>
            </a:lvl8pPr>
            <a:lvl9pPr>
              <a:defRPr sz="1650" b="1">
                <a:solidFill>
                  <a:srgbClr val="FFFFFF"/>
                </a:solidFill>
                <a:latin typeface="Arial"/>
                <a:ea typeface="Arial"/>
                <a:cs typeface="Arial"/>
              </a:defRPr>
            </a:lvl9pPr>
          </a:lstStyle>
          <a:p xmlns:a="http://schemas.openxmlformats.org/drawingml/2006/main">
            <a:pPr>
              <a:defRPr sz="1650" b="1">
                <a:solidFill>
                  <a:srgbClr val="FFFFFF"/>
                </a:solidFill>
                <a:latin typeface="Arial"/>
                <a:ea typeface="Arial"/>
                <a:cs typeface="Arial"/>
              </a:defRPr>
            </a:pPr>
            <a:r>
              <a:rPr sz="1650" b="1">
                <a:solidFill>
                  <a:srgbClr val="FFFFFF"/>
                </a:solidFill>
                <a:latin typeface="Arial"/>
                <a:ea typeface="Arial"/>
                <a:cs typeface="Arial"/>
              </a:rPr>
              <a:t>Schedules use catalog sections.</a:t>
            </a:r>
          </a:p>
        </p:txBody>
      </p:sp>
    </p:spTree>
    <p:extLst>
      <p:ext uri="{BB962C8B-B14F-4D97-AF65-F5344CB8AC3E}">
        <p14:creationId xmlns:p14="http://schemas.microsoft.com/office/powerpoint/2010/main" val="129932551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CDCD8D1-17E3-480C-984A-35BD7373B8EC}"/>
              </a:ext>
            </a:extLst>
          </p:cNvPr>
          <p:cNvSpPr>
            <a:spLocks xmlns:a="http://schemas.openxmlformats.org/drawingml/2006/main" noGrp="1"/>
          </p:cNvSpPr>
          <p:nvPr/>
        </p:nvSpPr>
        <p:spPr>
          <a:xfrm xmlns:a="http://schemas.openxmlformats.org/drawingml/2006/main">
            <a:off x="609600" y="4572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050" b="1">
                <a:solidFill>
                  <a:srgbClr val="080808"/>
                </a:solidFill>
                <a:latin typeface="Arial"/>
                <a:ea typeface="Arial"/>
                <a:cs typeface="Arial"/>
              </a:defRPr>
            </a:defPPr>
            <a:lvl1pPr>
              <a:defRPr sz="4050" b="1">
                <a:solidFill>
                  <a:srgbClr val="080808"/>
                </a:solidFill>
                <a:latin typeface="Arial"/>
                <a:ea typeface="Arial"/>
                <a:cs typeface="Arial"/>
              </a:defRPr>
            </a:lvl1pPr>
            <a:lvl2pPr>
              <a:defRPr sz="4050" b="1">
                <a:solidFill>
                  <a:srgbClr val="080808"/>
                </a:solidFill>
                <a:latin typeface="Arial"/>
                <a:ea typeface="Arial"/>
                <a:cs typeface="Arial"/>
              </a:defRPr>
            </a:lvl2pPr>
            <a:lvl3pPr>
              <a:defRPr sz="4050" b="1">
                <a:solidFill>
                  <a:srgbClr val="080808"/>
                </a:solidFill>
                <a:latin typeface="Arial"/>
                <a:ea typeface="Arial"/>
                <a:cs typeface="Arial"/>
              </a:defRPr>
            </a:lvl3pPr>
            <a:lvl4pPr>
              <a:defRPr sz="4050" b="1">
                <a:solidFill>
                  <a:srgbClr val="080808"/>
                </a:solidFill>
                <a:latin typeface="Arial"/>
                <a:ea typeface="Arial"/>
                <a:cs typeface="Arial"/>
              </a:defRPr>
            </a:lvl4pPr>
            <a:lvl5pPr>
              <a:defRPr sz="4050" b="1">
                <a:solidFill>
                  <a:srgbClr val="080808"/>
                </a:solidFill>
                <a:latin typeface="Arial"/>
                <a:ea typeface="Arial"/>
                <a:cs typeface="Arial"/>
              </a:defRPr>
            </a:lvl5pPr>
            <a:lvl6pPr>
              <a:defRPr sz="4050" b="1">
                <a:solidFill>
                  <a:srgbClr val="080808"/>
                </a:solidFill>
                <a:latin typeface="Arial"/>
                <a:ea typeface="Arial"/>
                <a:cs typeface="Arial"/>
              </a:defRPr>
            </a:lvl6pPr>
            <a:lvl7pPr>
              <a:defRPr sz="4050" b="1">
                <a:solidFill>
                  <a:srgbClr val="080808"/>
                </a:solidFill>
                <a:latin typeface="Arial"/>
                <a:ea typeface="Arial"/>
                <a:cs typeface="Arial"/>
              </a:defRPr>
            </a:lvl7pPr>
            <a:lvl8pPr>
              <a:defRPr sz="4050" b="1">
                <a:solidFill>
                  <a:srgbClr val="080808"/>
                </a:solidFill>
                <a:latin typeface="Arial"/>
                <a:ea typeface="Arial"/>
                <a:cs typeface="Arial"/>
              </a:defRPr>
            </a:lvl8pPr>
            <a:lvl9pPr>
              <a:defRPr sz="4050" b="1">
                <a:solidFill>
                  <a:srgbClr val="080808"/>
                </a:solidFill>
                <a:latin typeface="Arial"/>
                <a:ea typeface="Arial"/>
                <a:cs typeface="Arial"/>
              </a:defRPr>
            </a:lvl9pPr>
          </a:lstStyle>
          <a:p xmlns:a="http://schemas.openxmlformats.org/drawingml/2006/main">
            <a:pPr>
              <a:defRPr sz="4050" b="1">
                <a:solidFill>
                  <a:srgbClr val="080808"/>
                </a:solidFill>
                <a:latin typeface="Arial"/>
                <a:ea typeface="Arial"/>
                <a:cs typeface="Arial"/>
              </a:defRPr>
            </a:pPr>
            <a:r>
              <a:rPr sz="4050" b="1">
                <a:solidFill>
                  <a:srgbClr val="080808"/>
                </a:solidFill>
                <a:latin typeface="Arial"/>
                <a:ea typeface="Arial"/>
                <a:cs typeface="Arial"/>
              </a:rPr>
              <a:t>A deadline belongs in sight</a:t>
            </a:r>
          </a:p>
        </p:txBody>
      </p:sp>
      <p:pic>
        <p:nvPicPr>
          <p:cNvPr id="2" name="">
            <a:extLst xmlns:a="http://schemas.openxmlformats.org/drawingml/2006/main">
              <a:ext uri="{FF2B5EF4-FFF2-40B4-BE49-F238E27FC236}">
                <a16:creationId xmlns:a16="http://schemas.microsoft.com/office/drawing/2014/main" id="{7AB9FE31-72E6-4FC0-B214-8395EF78411F}"/>
              </a:ext>
            </a:extLst>
          </p:cNvPr>
          <p:cNvPicPr>
            <a:picLocks xmlns:a="http://schemas.openxmlformats.org/drawingml/2006/main" noChangeAspect="1"/>
          </p:cNvPicPr>
          <p:nvPr/>
        </p:nvPicPr>
        <p:blipFill>
          <a:blip xmlns:r="http://schemas.openxmlformats.org/officeDocument/2006/relationships" xmlns:a="http://schemas.openxmlformats.org/drawingml/2006/main" r:embed="Rc7b214e6360746e2"/>
          <a:stretch xmlns:a="http://schemas.openxmlformats.org/drawingml/2006/main"/>
        </p:blipFill>
        <p:spPr>
          <a:xfrm xmlns:a="http://schemas.openxmlformats.org/drawingml/2006/main">
            <a:off x="1106554" y="1809750"/>
            <a:ext cx="6111741" cy="47625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57C573CC-F693-4B3F-8BE9-0ED18D61BD5F}"/>
              </a:ext>
            </a:extLst>
          </p:cNvPr>
          <p:cNvSpPr>
            <a:spLocks xmlns:a="http://schemas.openxmlformats.org/drawingml/2006/main" noGrp="1"/>
          </p:cNvSpPr>
          <p:nvPr/>
        </p:nvSpPr>
        <p:spPr>
          <a:xfrm xmlns:a="http://schemas.openxmlformats.org/drawingml/2006/main">
            <a:off x="8382000" y="2028825"/>
            <a:ext cx="3333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CC0000"/>
                </a:solidFill>
                <a:latin typeface="Arial"/>
                <a:ea typeface="Arial"/>
                <a:cs typeface="Arial"/>
              </a:defRPr>
            </a:defPPr>
            <a:lvl1pPr>
              <a:defRPr sz="3225" b="1">
                <a:solidFill>
                  <a:srgbClr val="CC0000"/>
                </a:solidFill>
                <a:latin typeface="Arial"/>
                <a:ea typeface="Arial"/>
                <a:cs typeface="Arial"/>
              </a:defRPr>
            </a:lvl1pPr>
            <a:lvl2pPr>
              <a:defRPr sz="3225" b="1">
                <a:solidFill>
                  <a:srgbClr val="CC0000"/>
                </a:solidFill>
                <a:latin typeface="Arial"/>
                <a:ea typeface="Arial"/>
                <a:cs typeface="Arial"/>
              </a:defRPr>
            </a:lvl2pPr>
            <a:lvl3pPr>
              <a:defRPr sz="3225" b="1">
                <a:solidFill>
                  <a:srgbClr val="CC0000"/>
                </a:solidFill>
                <a:latin typeface="Arial"/>
                <a:ea typeface="Arial"/>
                <a:cs typeface="Arial"/>
              </a:defRPr>
            </a:lvl3pPr>
            <a:lvl4pPr>
              <a:defRPr sz="3225" b="1">
                <a:solidFill>
                  <a:srgbClr val="CC0000"/>
                </a:solidFill>
                <a:latin typeface="Arial"/>
                <a:ea typeface="Arial"/>
                <a:cs typeface="Arial"/>
              </a:defRPr>
            </a:lvl4pPr>
            <a:lvl5pPr>
              <a:defRPr sz="3225" b="1">
                <a:solidFill>
                  <a:srgbClr val="CC0000"/>
                </a:solidFill>
                <a:latin typeface="Arial"/>
                <a:ea typeface="Arial"/>
                <a:cs typeface="Arial"/>
              </a:defRPr>
            </a:lvl5pPr>
            <a:lvl6pPr>
              <a:defRPr sz="3225" b="1">
                <a:solidFill>
                  <a:srgbClr val="CC0000"/>
                </a:solidFill>
                <a:latin typeface="Arial"/>
                <a:ea typeface="Arial"/>
                <a:cs typeface="Arial"/>
              </a:defRPr>
            </a:lvl6pPr>
            <a:lvl7pPr>
              <a:defRPr sz="3225" b="1">
                <a:solidFill>
                  <a:srgbClr val="CC0000"/>
                </a:solidFill>
                <a:latin typeface="Arial"/>
                <a:ea typeface="Arial"/>
                <a:cs typeface="Arial"/>
              </a:defRPr>
            </a:lvl7pPr>
            <a:lvl8pPr>
              <a:defRPr sz="3225" b="1">
                <a:solidFill>
                  <a:srgbClr val="CC0000"/>
                </a:solidFill>
                <a:latin typeface="Arial"/>
                <a:ea typeface="Arial"/>
                <a:cs typeface="Arial"/>
              </a:defRPr>
            </a:lvl8pPr>
            <a:lvl9pPr>
              <a:defRPr sz="3225" b="1">
                <a:solidFill>
                  <a:srgbClr val="CC0000"/>
                </a:solidFill>
                <a:latin typeface="Arial"/>
                <a:ea typeface="Arial"/>
                <a:cs typeface="Arial"/>
              </a:defRPr>
            </a:lvl9pPr>
          </a:lstStyle>
          <a:p xmlns:a="http://schemas.openxmlformats.org/drawingml/2006/main">
            <a:pPr>
              <a:defRPr sz="3225" b="1">
                <a:solidFill>
                  <a:srgbClr val="CC0000"/>
                </a:solidFill>
                <a:latin typeface="Arial"/>
                <a:ea typeface="Arial"/>
                <a:cs typeface="Arial"/>
              </a:defRPr>
            </a:pPr>
            <a:r>
              <a:rPr sz="3225" b="1">
                <a:solidFill>
                  <a:srgbClr val="CC0000"/>
                </a:solidFill>
                <a:latin typeface="Arial"/>
                <a:ea typeface="Arial"/>
                <a:cs typeface="Arial"/>
              </a:rPr>
              <a:t>WolfBox</a:t>
            </a:r>
          </a:p>
          <a:p xmlns:a="http://schemas.openxmlformats.org/drawingml/2006/main">
            <a:pPr>
              <a:defRPr sz="3225" b="1">
                <a:solidFill>
                  <a:srgbClr val="CC0000"/>
                </a:solidFill>
                <a:latin typeface="Arial"/>
                <a:ea typeface="Arial"/>
                <a:cs typeface="Arial"/>
              </a:defRPr>
            </a:pPr>
            <a:r>
              <a:rPr sz="3225" b="1">
                <a:solidFill>
                  <a:srgbClr val="CC0000"/>
                </a:solidFill>
                <a:latin typeface="Arial"/>
                <a:ea typeface="Arial"/>
                <a:cs typeface="Arial"/>
              </a:rPr>
              <a:t>on the desk</a:t>
            </a:r>
          </a:p>
        </p:txBody>
      </p:sp>
      <p:sp>
        <p:nvSpPr>
          <p:cNvPr id="4" name="">
            <a:extLst xmlns:a="http://schemas.openxmlformats.org/drawingml/2006/main">
              <a:ext uri="{FF2B5EF4-FFF2-40B4-BE49-F238E27FC236}">
                <a16:creationId xmlns:a16="http://schemas.microsoft.com/office/drawing/2014/main" id="{EE2A25E2-F598-4CFD-8E8F-1960ED9FD6C4}"/>
              </a:ext>
            </a:extLst>
          </p:cNvPr>
          <p:cNvSpPr>
            <a:spLocks xmlns:a="http://schemas.openxmlformats.org/drawingml/2006/main" noGrp="1"/>
          </p:cNvSpPr>
          <p:nvPr/>
        </p:nvSpPr>
        <p:spPr>
          <a:xfrm xmlns:a="http://schemas.openxmlformats.org/drawingml/2006/main">
            <a:off x="8401050" y="3619500"/>
            <a:ext cx="31242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080808"/>
                </a:solidFill>
                <a:latin typeface="Arial"/>
                <a:ea typeface="Arial"/>
                <a:cs typeface="Arial"/>
              </a:defRPr>
            </a:defPPr>
            <a:lvl1pPr>
              <a:defRPr sz="2100" b="0">
                <a:solidFill>
                  <a:srgbClr val="080808"/>
                </a:solidFill>
                <a:latin typeface="Arial"/>
                <a:ea typeface="Arial"/>
                <a:cs typeface="Arial"/>
              </a:defRPr>
            </a:lvl1pPr>
            <a:lvl2pPr>
              <a:defRPr sz="2100" b="0">
                <a:solidFill>
                  <a:srgbClr val="080808"/>
                </a:solidFill>
                <a:latin typeface="Arial"/>
                <a:ea typeface="Arial"/>
                <a:cs typeface="Arial"/>
              </a:defRPr>
            </a:lvl2pPr>
            <a:lvl3pPr>
              <a:defRPr sz="2100" b="0">
                <a:solidFill>
                  <a:srgbClr val="080808"/>
                </a:solidFill>
                <a:latin typeface="Arial"/>
                <a:ea typeface="Arial"/>
                <a:cs typeface="Arial"/>
              </a:defRPr>
            </a:lvl3pPr>
            <a:lvl4pPr>
              <a:defRPr sz="2100" b="0">
                <a:solidFill>
                  <a:srgbClr val="080808"/>
                </a:solidFill>
                <a:latin typeface="Arial"/>
                <a:ea typeface="Arial"/>
                <a:cs typeface="Arial"/>
              </a:defRPr>
            </a:lvl4pPr>
            <a:lvl5pPr>
              <a:defRPr sz="2100" b="0">
                <a:solidFill>
                  <a:srgbClr val="080808"/>
                </a:solidFill>
                <a:latin typeface="Arial"/>
                <a:ea typeface="Arial"/>
                <a:cs typeface="Arial"/>
              </a:defRPr>
            </a:lvl5pPr>
            <a:lvl6pPr>
              <a:defRPr sz="2100" b="0">
                <a:solidFill>
                  <a:srgbClr val="080808"/>
                </a:solidFill>
                <a:latin typeface="Arial"/>
                <a:ea typeface="Arial"/>
                <a:cs typeface="Arial"/>
              </a:defRPr>
            </a:lvl6pPr>
            <a:lvl7pPr>
              <a:defRPr sz="2100" b="0">
                <a:solidFill>
                  <a:srgbClr val="080808"/>
                </a:solidFill>
                <a:latin typeface="Arial"/>
                <a:ea typeface="Arial"/>
                <a:cs typeface="Arial"/>
              </a:defRPr>
            </a:lvl7pPr>
            <a:lvl8pPr>
              <a:defRPr sz="2100" b="0">
                <a:solidFill>
                  <a:srgbClr val="080808"/>
                </a:solidFill>
                <a:latin typeface="Arial"/>
                <a:ea typeface="Arial"/>
                <a:cs typeface="Arial"/>
              </a:defRPr>
            </a:lvl8pPr>
            <a:lvl9pPr>
              <a:defRPr sz="2100" b="0">
                <a:solidFill>
                  <a:srgbClr val="080808"/>
                </a:solidFill>
                <a:latin typeface="Arial"/>
                <a:ea typeface="Arial"/>
                <a:cs typeface="Arial"/>
              </a:defRPr>
            </a:lvl9pPr>
          </a:lstStyle>
          <a:p xmlns:a="http://schemas.openxmlformats.org/drawingml/2006/main">
            <a:pPr>
              <a:defRPr sz="2100" b="0">
                <a:solidFill>
                  <a:srgbClr val="080808"/>
                </a:solidFill>
                <a:latin typeface="Arial"/>
                <a:ea typeface="Arial"/>
                <a:cs typeface="Arial"/>
              </a:defRPr>
            </a:pPr>
            <a:r>
              <a:rPr sz="2100" b="0">
                <a:solidFill>
                  <a:srgbClr val="080808"/>
                </a:solidFill>
                <a:latin typeface="Arial"/>
                <a:ea typeface="Arial"/>
                <a:cs typeface="Arial"/>
              </a:rPr>
              <a:t>The next unsubmitted</a:t>
            </a:r>
          </a:p>
          <a:p xmlns:a="http://schemas.openxmlformats.org/drawingml/2006/main">
            <a:pPr>
              <a:defRPr sz="2100" b="0">
                <a:solidFill>
                  <a:srgbClr val="080808"/>
                </a:solidFill>
                <a:latin typeface="Arial"/>
                <a:ea typeface="Arial"/>
                <a:cs typeface="Arial"/>
              </a:defRPr>
            </a:pPr>
            <a:r>
              <a:rPr sz="2100" b="0">
                <a:solidFill>
                  <a:srgbClr val="080808"/>
                </a:solidFill>
                <a:latin typeface="Arial"/>
                <a:ea typeface="Arial"/>
                <a:cs typeface="Arial"/>
              </a:rPr>
              <a:t>Canvas assignment,</a:t>
            </a:r>
          </a:p>
          <a:p xmlns:a="http://schemas.openxmlformats.org/drawingml/2006/main">
            <a:pPr>
              <a:defRPr sz="2100" b="0">
                <a:solidFill>
                  <a:srgbClr val="080808"/>
                </a:solidFill>
                <a:latin typeface="Arial"/>
                <a:ea typeface="Arial"/>
                <a:cs typeface="Arial"/>
              </a:defRPr>
            </a:pPr>
            <a:r>
              <a:rPr sz="2100" b="0">
                <a:solidFill>
                  <a:srgbClr val="080808"/>
                </a:solidFill>
                <a:latin typeface="Arial"/>
                <a:ea typeface="Arial"/>
                <a:cs typeface="Arial"/>
              </a:rPr>
              <a:t>on an Arduino UNO Q.</a:t>
            </a:r>
          </a:p>
        </p:txBody>
      </p:sp>
      <p:sp>
        <p:nvSpPr>
          <p:cNvPr id="5" name="">
            <a:extLst xmlns:a="http://schemas.openxmlformats.org/drawingml/2006/main">
              <a:ext uri="{FF2B5EF4-FFF2-40B4-BE49-F238E27FC236}">
                <a16:creationId xmlns:a16="http://schemas.microsoft.com/office/drawing/2014/main" id="{EC16935A-51B5-4A85-866A-6C945992379A}"/>
              </a:ext>
            </a:extLst>
          </p:cNvPr>
          <p:cNvSpPr>
            <a:spLocks xmlns:a="http://schemas.openxmlformats.org/drawingml/2006/main" noGrp="1"/>
          </p:cNvSpPr>
          <p:nvPr/>
        </p:nvSpPr>
        <p:spPr>
          <a:xfrm xmlns:a="http://schemas.openxmlformats.org/drawingml/2006/main">
            <a:off x="8401050" y="5381625"/>
            <a:ext cx="31242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595959"/>
                </a:solidFill>
                <a:latin typeface="Arial"/>
                <a:ea typeface="Arial"/>
                <a:cs typeface="Arial"/>
              </a:defRPr>
            </a:defPPr>
            <a:lvl1pPr>
              <a:defRPr sz="1875" b="0">
                <a:solidFill>
                  <a:srgbClr val="595959"/>
                </a:solidFill>
                <a:latin typeface="Arial"/>
                <a:ea typeface="Arial"/>
                <a:cs typeface="Arial"/>
              </a:defRPr>
            </a:lvl1pPr>
            <a:lvl2pPr>
              <a:defRPr sz="1875" b="0">
                <a:solidFill>
                  <a:srgbClr val="595959"/>
                </a:solidFill>
                <a:latin typeface="Arial"/>
                <a:ea typeface="Arial"/>
                <a:cs typeface="Arial"/>
              </a:defRPr>
            </a:lvl2pPr>
            <a:lvl3pPr>
              <a:defRPr sz="1875" b="0">
                <a:solidFill>
                  <a:srgbClr val="595959"/>
                </a:solidFill>
                <a:latin typeface="Arial"/>
                <a:ea typeface="Arial"/>
                <a:cs typeface="Arial"/>
              </a:defRPr>
            </a:lvl3pPr>
            <a:lvl4pPr>
              <a:defRPr sz="1875" b="0">
                <a:solidFill>
                  <a:srgbClr val="595959"/>
                </a:solidFill>
                <a:latin typeface="Arial"/>
                <a:ea typeface="Arial"/>
                <a:cs typeface="Arial"/>
              </a:defRPr>
            </a:lvl4pPr>
            <a:lvl5pPr>
              <a:defRPr sz="1875" b="0">
                <a:solidFill>
                  <a:srgbClr val="595959"/>
                </a:solidFill>
                <a:latin typeface="Arial"/>
                <a:ea typeface="Arial"/>
                <a:cs typeface="Arial"/>
              </a:defRPr>
            </a:lvl5pPr>
            <a:lvl6pPr>
              <a:defRPr sz="1875" b="0">
                <a:solidFill>
                  <a:srgbClr val="595959"/>
                </a:solidFill>
                <a:latin typeface="Arial"/>
                <a:ea typeface="Arial"/>
                <a:cs typeface="Arial"/>
              </a:defRPr>
            </a:lvl6pPr>
            <a:lvl7pPr>
              <a:defRPr sz="1875" b="0">
                <a:solidFill>
                  <a:srgbClr val="595959"/>
                </a:solidFill>
                <a:latin typeface="Arial"/>
                <a:ea typeface="Arial"/>
                <a:cs typeface="Arial"/>
              </a:defRPr>
            </a:lvl7pPr>
            <a:lvl8pPr>
              <a:defRPr sz="1875" b="0">
                <a:solidFill>
                  <a:srgbClr val="595959"/>
                </a:solidFill>
                <a:latin typeface="Arial"/>
                <a:ea typeface="Arial"/>
                <a:cs typeface="Arial"/>
              </a:defRPr>
            </a:lvl8pPr>
            <a:lvl9pPr>
              <a:defRPr sz="1875" b="0">
                <a:solidFill>
                  <a:srgbClr val="595959"/>
                </a:solidFill>
                <a:latin typeface="Arial"/>
                <a:ea typeface="Arial"/>
                <a:cs typeface="Arial"/>
              </a:defRPr>
            </a:lvl9pPr>
          </a:lstStyle>
          <a:p xmlns:a="http://schemas.openxmlformats.org/drawingml/2006/main">
            <a:pPr>
              <a:defRPr sz="1875" b="0">
                <a:solidFill>
                  <a:srgbClr val="595959"/>
                </a:solidFill>
                <a:latin typeface="Arial"/>
                <a:ea typeface="Arial"/>
                <a:cs typeface="Arial"/>
              </a:defRPr>
            </a:pPr>
            <a:r>
              <a:rPr sz="1875" b="0">
                <a:solidFill>
                  <a:srgbClr val="595959"/>
                </a:solidFill>
                <a:latin typeface="Arial"/>
                <a:ea typeface="Arial"/>
                <a:cs typeface="Arial"/>
              </a:rPr>
              <a:t>Updates every five minutes</a:t>
            </a:r>
          </a:p>
          <a:p xmlns:a="http://schemas.openxmlformats.org/drawingml/2006/main">
            <a:pPr>
              <a:defRPr sz="1875" b="0">
                <a:solidFill>
                  <a:srgbClr val="595959"/>
                </a:solidFill>
                <a:latin typeface="Arial"/>
                <a:ea typeface="Arial"/>
                <a:cs typeface="Arial"/>
              </a:defRPr>
            </a:pPr>
            <a:r>
              <a:rPr sz="1875" b="0">
                <a:solidFill>
                  <a:srgbClr val="595959"/>
                </a:solidFill>
                <a:latin typeface="Arial"/>
                <a:ea typeface="Arial"/>
                <a:cs typeface="Arial"/>
              </a:rPr>
              <a:t>through the Mac over USB.</a:t>
            </a:r>
          </a:p>
        </p:txBody>
      </p:sp>
    </p:spTree>
    <p:extLst>
      <p:ext uri="{BB962C8B-B14F-4D97-AF65-F5344CB8AC3E}">
        <p14:creationId xmlns:p14="http://schemas.microsoft.com/office/powerpoint/2010/main" val="135845380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6BF531-F664-4E42-A50E-919E13ECC4F5}"/>
              </a:ext>
            </a:extLst>
          </p:cNvPr>
          <p:cNvSpPr>
            <a:spLocks xmlns:a="http://schemas.openxmlformats.org/drawingml/2006/main" noGrp="1"/>
          </p:cNvSpPr>
          <p:nvPr/>
        </p:nvSpPr>
        <p:spPr>
          <a:xfrm xmlns:a="http://schemas.openxmlformats.org/drawingml/2006/main">
            <a:off x="609600" y="457200"/>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825" b="1">
                <a:solidFill>
                  <a:srgbClr val="080808"/>
                </a:solidFill>
                <a:latin typeface="Arial"/>
                <a:ea typeface="Arial"/>
                <a:cs typeface="Arial"/>
              </a:defRPr>
            </a:defPPr>
            <a:lvl1pPr>
              <a:defRPr sz="3825" b="1">
                <a:solidFill>
                  <a:srgbClr val="080808"/>
                </a:solidFill>
                <a:latin typeface="Arial"/>
                <a:ea typeface="Arial"/>
                <a:cs typeface="Arial"/>
              </a:defRPr>
            </a:lvl1pPr>
            <a:lvl2pPr>
              <a:defRPr sz="3825" b="1">
                <a:solidFill>
                  <a:srgbClr val="080808"/>
                </a:solidFill>
                <a:latin typeface="Arial"/>
                <a:ea typeface="Arial"/>
                <a:cs typeface="Arial"/>
              </a:defRPr>
            </a:lvl2pPr>
            <a:lvl3pPr>
              <a:defRPr sz="3825" b="1">
                <a:solidFill>
                  <a:srgbClr val="080808"/>
                </a:solidFill>
                <a:latin typeface="Arial"/>
                <a:ea typeface="Arial"/>
                <a:cs typeface="Arial"/>
              </a:defRPr>
            </a:lvl3pPr>
            <a:lvl4pPr>
              <a:defRPr sz="3825" b="1">
                <a:solidFill>
                  <a:srgbClr val="080808"/>
                </a:solidFill>
                <a:latin typeface="Arial"/>
                <a:ea typeface="Arial"/>
                <a:cs typeface="Arial"/>
              </a:defRPr>
            </a:lvl4pPr>
            <a:lvl5pPr>
              <a:defRPr sz="3825" b="1">
                <a:solidFill>
                  <a:srgbClr val="080808"/>
                </a:solidFill>
                <a:latin typeface="Arial"/>
                <a:ea typeface="Arial"/>
                <a:cs typeface="Arial"/>
              </a:defRPr>
            </a:lvl5pPr>
            <a:lvl6pPr>
              <a:defRPr sz="3825" b="1">
                <a:solidFill>
                  <a:srgbClr val="080808"/>
                </a:solidFill>
                <a:latin typeface="Arial"/>
                <a:ea typeface="Arial"/>
                <a:cs typeface="Arial"/>
              </a:defRPr>
            </a:lvl6pPr>
            <a:lvl7pPr>
              <a:defRPr sz="3825" b="1">
                <a:solidFill>
                  <a:srgbClr val="080808"/>
                </a:solidFill>
                <a:latin typeface="Arial"/>
                <a:ea typeface="Arial"/>
                <a:cs typeface="Arial"/>
              </a:defRPr>
            </a:lvl7pPr>
            <a:lvl8pPr>
              <a:defRPr sz="3825" b="1">
                <a:solidFill>
                  <a:srgbClr val="080808"/>
                </a:solidFill>
                <a:latin typeface="Arial"/>
                <a:ea typeface="Arial"/>
                <a:cs typeface="Arial"/>
              </a:defRPr>
            </a:lvl8pPr>
            <a:lvl9pPr>
              <a:defRPr sz="3825" b="1">
                <a:solidFill>
                  <a:srgbClr val="080808"/>
                </a:solidFill>
                <a:latin typeface="Arial"/>
                <a:ea typeface="Arial"/>
                <a:cs typeface="Arial"/>
              </a:defRPr>
            </a:lvl9pPr>
          </a:lstStyle>
          <a:p xmlns:a="http://schemas.openxmlformats.org/drawingml/2006/main">
            <a:pPr>
              <a:defRPr sz="3825" b="1">
                <a:solidFill>
                  <a:srgbClr val="080808"/>
                </a:solidFill>
                <a:latin typeface="Arial"/>
                <a:ea typeface="Arial"/>
                <a:cs typeface="Arial"/>
              </a:defRPr>
            </a:pPr>
            <a:r>
              <a:rPr sz="3825" b="1">
                <a:solidFill>
                  <a:srgbClr val="080808"/>
                </a:solidFill>
                <a:latin typeface="Arial"/>
                <a:ea typeface="Arial"/>
                <a:cs typeface="Arial"/>
              </a:rPr>
              <a:t>The memory is part of the system</a:t>
            </a:r>
          </a:p>
        </p:txBody>
      </p:sp>
      <p:sp>
        <p:nvSpPr>
          <p:cNvPr id="2" name="">
            <a:extLst xmlns:a="http://schemas.openxmlformats.org/drawingml/2006/main">
              <a:ext uri="{FF2B5EF4-FFF2-40B4-BE49-F238E27FC236}">
                <a16:creationId xmlns:a16="http://schemas.microsoft.com/office/drawing/2014/main" id="{F741DC6A-91DC-437A-AC70-2B33A85FAF49}"/>
              </a:ext>
            </a:extLst>
          </p:cNvPr>
          <p:cNvSpPr>
            <a:spLocks xmlns:a="http://schemas.openxmlformats.org/drawingml/2006/main" noGrp="1"/>
          </p:cNvSpPr>
          <p:nvPr/>
        </p:nvSpPr>
        <p:spPr>
          <a:xfrm xmlns:a="http://schemas.openxmlformats.org/drawingml/2006/main">
            <a:off x="609600" y="2000250"/>
            <a:ext cx="4476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825" b="1">
                <a:solidFill>
                  <a:srgbClr val="CC0000"/>
                </a:solidFill>
                <a:latin typeface="Arial"/>
                <a:ea typeface="Arial"/>
                <a:cs typeface="Arial"/>
              </a:defRPr>
            </a:defPPr>
            <a:lvl1pPr>
              <a:defRPr sz="3825" b="1">
                <a:solidFill>
                  <a:srgbClr val="CC0000"/>
                </a:solidFill>
                <a:latin typeface="Arial"/>
                <a:ea typeface="Arial"/>
                <a:cs typeface="Arial"/>
              </a:defRPr>
            </a:lvl1pPr>
            <a:lvl2pPr>
              <a:defRPr sz="3825" b="1">
                <a:solidFill>
                  <a:srgbClr val="CC0000"/>
                </a:solidFill>
                <a:latin typeface="Arial"/>
                <a:ea typeface="Arial"/>
                <a:cs typeface="Arial"/>
              </a:defRPr>
            </a:lvl2pPr>
            <a:lvl3pPr>
              <a:defRPr sz="3825" b="1">
                <a:solidFill>
                  <a:srgbClr val="CC0000"/>
                </a:solidFill>
                <a:latin typeface="Arial"/>
                <a:ea typeface="Arial"/>
                <a:cs typeface="Arial"/>
              </a:defRPr>
            </a:lvl3pPr>
            <a:lvl4pPr>
              <a:defRPr sz="3825" b="1">
                <a:solidFill>
                  <a:srgbClr val="CC0000"/>
                </a:solidFill>
                <a:latin typeface="Arial"/>
                <a:ea typeface="Arial"/>
                <a:cs typeface="Arial"/>
              </a:defRPr>
            </a:lvl4pPr>
            <a:lvl5pPr>
              <a:defRPr sz="3825" b="1">
                <a:solidFill>
                  <a:srgbClr val="CC0000"/>
                </a:solidFill>
                <a:latin typeface="Arial"/>
                <a:ea typeface="Arial"/>
                <a:cs typeface="Arial"/>
              </a:defRPr>
            </a:lvl5pPr>
            <a:lvl6pPr>
              <a:defRPr sz="3825" b="1">
                <a:solidFill>
                  <a:srgbClr val="CC0000"/>
                </a:solidFill>
                <a:latin typeface="Arial"/>
                <a:ea typeface="Arial"/>
                <a:cs typeface="Arial"/>
              </a:defRPr>
            </a:lvl6pPr>
            <a:lvl7pPr>
              <a:defRPr sz="3825" b="1">
                <a:solidFill>
                  <a:srgbClr val="CC0000"/>
                </a:solidFill>
                <a:latin typeface="Arial"/>
                <a:ea typeface="Arial"/>
                <a:cs typeface="Arial"/>
              </a:defRPr>
            </a:lvl7pPr>
            <a:lvl8pPr>
              <a:defRPr sz="3825" b="1">
                <a:solidFill>
                  <a:srgbClr val="CC0000"/>
                </a:solidFill>
                <a:latin typeface="Arial"/>
                <a:ea typeface="Arial"/>
                <a:cs typeface="Arial"/>
              </a:defRPr>
            </a:lvl8pPr>
            <a:lvl9pPr>
              <a:defRPr sz="3825" b="1">
                <a:solidFill>
                  <a:srgbClr val="CC0000"/>
                </a:solidFill>
                <a:latin typeface="Arial"/>
                <a:ea typeface="Arial"/>
                <a:cs typeface="Arial"/>
              </a:defRPr>
            </a:lvl9pPr>
          </a:lstStyle>
          <a:p xmlns:a="http://schemas.openxmlformats.org/drawingml/2006/main">
            <a:pPr>
              <a:defRPr sz="3825" b="1">
                <a:solidFill>
                  <a:srgbClr val="CC0000"/>
                </a:solidFill>
                <a:latin typeface="Arial"/>
                <a:ea typeface="Arial"/>
                <a:cs typeface="Arial"/>
              </a:defRPr>
            </a:pPr>
            <a:r>
              <a:rPr sz="3825" b="1">
                <a:solidFill>
                  <a:srgbClr val="CC0000"/>
                </a:solidFill>
                <a:latin typeface="Arial"/>
                <a:ea typeface="Arial"/>
                <a:cs typeface="Arial"/>
              </a:rPr>
              <a:t>SwiftUI</a:t>
            </a:r>
          </a:p>
        </p:txBody>
      </p:sp>
      <p:sp>
        <p:nvSpPr>
          <p:cNvPr id="3" name="">
            <a:extLst xmlns:a="http://schemas.openxmlformats.org/drawingml/2006/main">
              <a:ext uri="{FF2B5EF4-FFF2-40B4-BE49-F238E27FC236}">
                <a16:creationId xmlns:a16="http://schemas.microsoft.com/office/drawing/2014/main" id="{893688BD-5B0A-4178-A5D9-E3B978A25F92}"/>
              </a:ext>
            </a:extLst>
          </p:cNvPr>
          <p:cNvSpPr>
            <a:spLocks xmlns:a="http://schemas.openxmlformats.org/drawingml/2006/main" noGrp="1"/>
          </p:cNvSpPr>
          <p:nvPr/>
        </p:nvSpPr>
        <p:spPr>
          <a:xfrm xmlns:a="http://schemas.openxmlformats.org/drawingml/2006/main">
            <a:off x="5334000" y="2038350"/>
            <a:ext cx="619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080808"/>
                </a:solidFill>
                <a:latin typeface="Arial"/>
                <a:ea typeface="Arial"/>
                <a:cs typeface="Arial"/>
              </a:defRPr>
            </a:defPPr>
            <a:lvl1pPr>
              <a:defRPr sz="2250" b="0">
                <a:solidFill>
                  <a:srgbClr val="080808"/>
                </a:solidFill>
                <a:latin typeface="Arial"/>
                <a:ea typeface="Arial"/>
                <a:cs typeface="Arial"/>
              </a:defRPr>
            </a:lvl1pPr>
            <a:lvl2pPr>
              <a:defRPr sz="2250" b="0">
                <a:solidFill>
                  <a:srgbClr val="080808"/>
                </a:solidFill>
                <a:latin typeface="Arial"/>
                <a:ea typeface="Arial"/>
                <a:cs typeface="Arial"/>
              </a:defRPr>
            </a:lvl2pPr>
            <a:lvl3pPr>
              <a:defRPr sz="2250" b="0">
                <a:solidFill>
                  <a:srgbClr val="080808"/>
                </a:solidFill>
                <a:latin typeface="Arial"/>
                <a:ea typeface="Arial"/>
                <a:cs typeface="Arial"/>
              </a:defRPr>
            </a:lvl3pPr>
            <a:lvl4pPr>
              <a:defRPr sz="2250" b="0">
                <a:solidFill>
                  <a:srgbClr val="080808"/>
                </a:solidFill>
                <a:latin typeface="Arial"/>
                <a:ea typeface="Arial"/>
                <a:cs typeface="Arial"/>
              </a:defRPr>
            </a:lvl4pPr>
            <a:lvl5pPr>
              <a:defRPr sz="2250" b="0">
                <a:solidFill>
                  <a:srgbClr val="080808"/>
                </a:solidFill>
                <a:latin typeface="Arial"/>
                <a:ea typeface="Arial"/>
                <a:cs typeface="Arial"/>
              </a:defRPr>
            </a:lvl5pPr>
            <a:lvl6pPr>
              <a:defRPr sz="2250" b="0">
                <a:solidFill>
                  <a:srgbClr val="080808"/>
                </a:solidFill>
                <a:latin typeface="Arial"/>
                <a:ea typeface="Arial"/>
                <a:cs typeface="Arial"/>
              </a:defRPr>
            </a:lvl6pPr>
            <a:lvl7pPr>
              <a:defRPr sz="2250" b="0">
                <a:solidFill>
                  <a:srgbClr val="080808"/>
                </a:solidFill>
                <a:latin typeface="Arial"/>
                <a:ea typeface="Arial"/>
                <a:cs typeface="Arial"/>
              </a:defRPr>
            </a:lvl7pPr>
            <a:lvl8pPr>
              <a:defRPr sz="2250" b="0">
                <a:solidFill>
                  <a:srgbClr val="080808"/>
                </a:solidFill>
                <a:latin typeface="Arial"/>
                <a:ea typeface="Arial"/>
                <a:cs typeface="Arial"/>
              </a:defRPr>
            </a:lvl8pPr>
            <a:lvl9pPr>
              <a:defRPr sz="2250" b="0">
                <a:solidFill>
                  <a:srgbClr val="080808"/>
                </a:solidFill>
                <a:latin typeface="Arial"/>
                <a:ea typeface="Arial"/>
                <a:cs typeface="Arial"/>
              </a:defRPr>
            </a:lvl9pPr>
          </a:lstStyle>
          <a:p xmlns:a="http://schemas.openxmlformats.org/drawingml/2006/main">
            <a:pPr>
              <a:defRPr sz="2250" b="0">
                <a:solidFill>
                  <a:srgbClr val="080808"/>
                </a:solidFill>
                <a:latin typeface="Arial"/>
                <a:ea typeface="Arial"/>
                <a:cs typeface="Arial"/>
              </a:defRPr>
            </a:pPr>
            <a:r>
              <a:rPr sz="2250" b="0">
                <a:solidFill>
                  <a:srgbClr val="080808"/>
                </a:solidFill>
                <a:latin typeface="Arial"/>
                <a:ea typeface="Arial"/>
                <a:cs typeface="Arial"/>
              </a:rPr>
              <a:t>A native Mac workspace with</a:t>
            </a:r>
          </a:p>
          <a:p xmlns:a="http://schemas.openxmlformats.org/drawingml/2006/main">
            <a:pPr>
              <a:defRPr sz="2250" b="0">
                <a:solidFill>
                  <a:srgbClr val="080808"/>
                </a:solidFill>
                <a:latin typeface="Arial"/>
                <a:ea typeface="Arial"/>
                <a:cs typeface="Arial"/>
              </a:defRPr>
            </a:pPr>
            <a:r>
              <a:rPr sz="2250" b="0">
                <a:solidFill>
                  <a:srgbClr val="080808"/>
                </a:solidFill>
                <a:latin typeface="Arial"/>
                <a:ea typeface="Arial"/>
                <a:cs typeface="Arial"/>
              </a:rPr>
              <a:t>Maritime setup at launch.</a:t>
            </a:r>
          </a:p>
        </p:txBody>
      </p:sp>
      <p:sp>
        <p:nvSpPr>
          <p:cNvPr id="4" name="">
            <a:extLst xmlns:a="http://schemas.openxmlformats.org/drawingml/2006/main">
              <a:ext uri="{FF2B5EF4-FFF2-40B4-BE49-F238E27FC236}">
                <a16:creationId xmlns:a16="http://schemas.microsoft.com/office/drawing/2014/main" id="{613200DB-B81D-4FBA-96D2-00E7A7E0776C}"/>
              </a:ext>
            </a:extLst>
          </p:cNvPr>
          <p:cNvSpPr>
            <a:spLocks xmlns:a="http://schemas.openxmlformats.org/drawingml/2006/main" noGrp="1"/>
          </p:cNvSpPr>
          <p:nvPr/>
        </p:nvSpPr>
        <p:spPr>
          <a:xfrm xmlns:a="http://schemas.openxmlformats.org/drawingml/2006/main">
            <a:off x="609600" y="3514725"/>
            <a:ext cx="4476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825" b="1">
                <a:solidFill>
                  <a:srgbClr val="CC0000"/>
                </a:solidFill>
                <a:latin typeface="Arial"/>
                <a:ea typeface="Arial"/>
                <a:cs typeface="Arial"/>
              </a:defRPr>
            </a:defPPr>
            <a:lvl1pPr>
              <a:defRPr sz="3825" b="1">
                <a:solidFill>
                  <a:srgbClr val="CC0000"/>
                </a:solidFill>
                <a:latin typeface="Arial"/>
                <a:ea typeface="Arial"/>
                <a:cs typeface="Arial"/>
              </a:defRPr>
            </a:lvl1pPr>
            <a:lvl2pPr>
              <a:defRPr sz="3825" b="1">
                <a:solidFill>
                  <a:srgbClr val="CC0000"/>
                </a:solidFill>
                <a:latin typeface="Arial"/>
                <a:ea typeface="Arial"/>
                <a:cs typeface="Arial"/>
              </a:defRPr>
            </a:lvl2pPr>
            <a:lvl3pPr>
              <a:defRPr sz="3825" b="1">
                <a:solidFill>
                  <a:srgbClr val="CC0000"/>
                </a:solidFill>
                <a:latin typeface="Arial"/>
                <a:ea typeface="Arial"/>
                <a:cs typeface="Arial"/>
              </a:defRPr>
            </a:lvl3pPr>
            <a:lvl4pPr>
              <a:defRPr sz="3825" b="1">
                <a:solidFill>
                  <a:srgbClr val="CC0000"/>
                </a:solidFill>
                <a:latin typeface="Arial"/>
                <a:ea typeface="Arial"/>
                <a:cs typeface="Arial"/>
              </a:defRPr>
            </a:lvl4pPr>
            <a:lvl5pPr>
              <a:defRPr sz="3825" b="1">
                <a:solidFill>
                  <a:srgbClr val="CC0000"/>
                </a:solidFill>
                <a:latin typeface="Arial"/>
                <a:ea typeface="Arial"/>
                <a:cs typeface="Arial"/>
              </a:defRPr>
            </a:lvl5pPr>
            <a:lvl6pPr>
              <a:defRPr sz="3825" b="1">
                <a:solidFill>
                  <a:srgbClr val="CC0000"/>
                </a:solidFill>
                <a:latin typeface="Arial"/>
                <a:ea typeface="Arial"/>
                <a:cs typeface="Arial"/>
              </a:defRPr>
            </a:lvl6pPr>
            <a:lvl7pPr>
              <a:defRPr sz="3825" b="1">
                <a:solidFill>
                  <a:srgbClr val="CC0000"/>
                </a:solidFill>
                <a:latin typeface="Arial"/>
                <a:ea typeface="Arial"/>
                <a:cs typeface="Arial"/>
              </a:defRPr>
            </a:lvl7pPr>
            <a:lvl8pPr>
              <a:defRPr sz="3825" b="1">
                <a:solidFill>
                  <a:srgbClr val="CC0000"/>
                </a:solidFill>
                <a:latin typeface="Arial"/>
                <a:ea typeface="Arial"/>
                <a:cs typeface="Arial"/>
              </a:defRPr>
            </a:lvl8pPr>
            <a:lvl9pPr>
              <a:defRPr sz="3825" b="1">
                <a:solidFill>
                  <a:srgbClr val="CC0000"/>
                </a:solidFill>
                <a:latin typeface="Arial"/>
                <a:ea typeface="Arial"/>
                <a:cs typeface="Arial"/>
              </a:defRPr>
            </a:lvl9pPr>
          </a:lstStyle>
          <a:p xmlns:a="http://schemas.openxmlformats.org/drawingml/2006/main">
            <a:pPr>
              <a:defRPr sz="3825" b="1">
                <a:solidFill>
                  <a:srgbClr val="CC0000"/>
                </a:solidFill>
                <a:latin typeface="Arial"/>
                <a:ea typeface="Arial"/>
                <a:cs typeface="Arial"/>
              </a:defRPr>
            </a:pPr>
            <a:r>
              <a:rPr sz="3825" b="1">
                <a:solidFill>
                  <a:srgbClr val="CC0000"/>
                </a:solidFill>
                <a:latin typeface="Arial"/>
                <a:ea typeface="Arial"/>
                <a:cs typeface="Arial"/>
              </a:rPr>
              <a:t>Maritime</a:t>
            </a:r>
          </a:p>
        </p:txBody>
      </p:sp>
      <p:sp>
        <p:nvSpPr>
          <p:cNvPr id="5" name="">
            <a:extLst xmlns:a="http://schemas.openxmlformats.org/drawingml/2006/main">
              <a:ext uri="{FF2B5EF4-FFF2-40B4-BE49-F238E27FC236}">
                <a16:creationId xmlns:a16="http://schemas.microsoft.com/office/drawing/2014/main" id="{C2536AB9-D2D8-4097-97F6-095CCAE326BF}"/>
              </a:ext>
            </a:extLst>
          </p:cNvPr>
          <p:cNvSpPr>
            <a:spLocks xmlns:a="http://schemas.openxmlformats.org/drawingml/2006/main" noGrp="1"/>
          </p:cNvSpPr>
          <p:nvPr/>
        </p:nvSpPr>
        <p:spPr>
          <a:xfrm xmlns:a="http://schemas.openxmlformats.org/drawingml/2006/main">
            <a:off x="5334000" y="3552825"/>
            <a:ext cx="619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080808"/>
                </a:solidFill>
                <a:latin typeface="Arial"/>
                <a:ea typeface="Arial"/>
                <a:cs typeface="Arial"/>
              </a:defRPr>
            </a:defPPr>
            <a:lvl1pPr>
              <a:defRPr sz="2250" b="0">
                <a:solidFill>
                  <a:srgbClr val="080808"/>
                </a:solidFill>
                <a:latin typeface="Arial"/>
                <a:ea typeface="Arial"/>
                <a:cs typeface="Arial"/>
              </a:defRPr>
            </a:lvl1pPr>
            <a:lvl2pPr>
              <a:defRPr sz="2250" b="0">
                <a:solidFill>
                  <a:srgbClr val="080808"/>
                </a:solidFill>
                <a:latin typeface="Arial"/>
                <a:ea typeface="Arial"/>
                <a:cs typeface="Arial"/>
              </a:defRPr>
            </a:lvl2pPr>
            <a:lvl3pPr>
              <a:defRPr sz="2250" b="0">
                <a:solidFill>
                  <a:srgbClr val="080808"/>
                </a:solidFill>
                <a:latin typeface="Arial"/>
                <a:ea typeface="Arial"/>
                <a:cs typeface="Arial"/>
              </a:defRPr>
            </a:lvl3pPr>
            <a:lvl4pPr>
              <a:defRPr sz="2250" b="0">
                <a:solidFill>
                  <a:srgbClr val="080808"/>
                </a:solidFill>
                <a:latin typeface="Arial"/>
                <a:ea typeface="Arial"/>
                <a:cs typeface="Arial"/>
              </a:defRPr>
            </a:lvl4pPr>
            <a:lvl5pPr>
              <a:defRPr sz="2250" b="0">
                <a:solidFill>
                  <a:srgbClr val="080808"/>
                </a:solidFill>
                <a:latin typeface="Arial"/>
                <a:ea typeface="Arial"/>
                <a:cs typeface="Arial"/>
              </a:defRPr>
            </a:lvl5pPr>
            <a:lvl6pPr>
              <a:defRPr sz="2250" b="0">
                <a:solidFill>
                  <a:srgbClr val="080808"/>
                </a:solidFill>
                <a:latin typeface="Arial"/>
                <a:ea typeface="Arial"/>
                <a:cs typeface="Arial"/>
              </a:defRPr>
            </a:lvl6pPr>
            <a:lvl7pPr>
              <a:defRPr sz="2250" b="0">
                <a:solidFill>
                  <a:srgbClr val="080808"/>
                </a:solidFill>
                <a:latin typeface="Arial"/>
                <a:ea typeface="Arial"/>
                <a:cs typeface="Arial"/>
              </a:defRPr>
            </a:lvl7pPr>
            <a:lvl8pPr>
              <a:defRPr sz="2250" b="0">
                <a:solidFill>
                  <a:srgbClr val="080808"/>
                </a:solidFill>
                <a:latin typeface="Arial"/>
                <a:ea typeface="Arial"/>
                <a:cs typeface="Arial"/>
              </a:defRPr>
            </a:lvl8pPr>
            <a:lvl9pPr>
              <a:defRPr sz="2250" b="0">
                <a:solidFill>
                  <a:srgbClr val="080808"/>
                </a:solidFill>
                <a:latin typeface="Arial"/>
                <a:ea typeface="Arial"/>
                <a:cs typeface="Arial"/>
              </a:defRPr>
            </a:lvl9pPr>
          </a:lstStyle>
          <a:p xmlns:a="http://schemas.openxmlformats.org/drawingml/2006/main">
            <a:pPr>
              <a:defRPr sz="2250" b="0">
                <a:solidFill>
                  <a:srgbClr val="080808"/>
                </a:solidFill>
                <a:latin typeface="Arial"/>
                <a:ea typeface="Arial"/>
                <a:cs typeface="Arial"/>
              </a:defRPr>
            </a:pPr>
            <a:r>
              <a:rPr sz="2250" b="0">
                <a:solidFill>
                  <a:srgbClr val="080808"/>
                </a:solidFill>
                <a:latin typeface="Arial"/>
                <a:ea typeface="Arial"/>
                <a:cs typeface="Arial"/>
              </a:rPr>
              <a:t>A persistent box for each student’s</a:t>
            </a:r>
          </a:p>
          <a:p xmlns:a="http://schemas.openxmlformats.org/drawingml/2006/main">
            <a:pPr>
              <a:defRPr sz="2250" b="0">
                <a:solidFill>
                  <a:srgbClr val="080808"/>
                </a:solidFill>
                <a:latin typeface="Arial"/>
                <a:ea typeface="Arial"/>
                <a:cs typeface="Arial"/>
              </a:defRPr>
            </a:pPr>
            <a:r>
              <a:rPr sz="2250" b="0">
                <a:solidFill>
                  <a:srgbClr val="080808"/>
                </a:solidFill>
                <a:latin typeface="Arial"/>
                <a:ea typeface="Arial"/>
                <a:cs typeface="Arial"/>
              </a:rPr>
              <a:t>code, attempts, and course state.</a:t>
            </a:r>
          </a:p>
        </p:txBody>
      </p:sp>
      <p:sp>
        <p:nvSpPr>
          <p:cNvPr id="6" name="">
            <a:extLst xmlns:a="http://schemas.openxmlformats.org/drawingml/2006/main">
              <a:ext uri="{FF2B5EF4-FFF2-40B4-BE49-F238E27FC236}">
                <a16:creationId xmlns:a16="http://schemas.microsoft.com/office/drawing/2014/main" id="{44588EF0-4001-41E5-B421-77F3A4CF694A}"/>
              </a:ext>
            </a:extLst>
          </p:cNvPr>
          <p:cNvSpPr>
            <a:spLocks xmlns:a="http://schemas.openxmlformats.org/drawingml/2006/main" noGrp="1"/>
          </p:cNvSpPr>
          <p:nvPr/>
        </p:nvSpPr>
        <p:spPr>
          <a:xfrm xmlns:a="http://schemas.openxmlformats.org/drawingml/2006/main">
            <a:off x="609600" y="5029200"/>
            <a:ext cx="4476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825" b="1">
                <a:solidFill>
                  <a:srgbClr val="CC0000"/>
                </a:solidFill>
                <a:latin typeface="Arial"/>
                <a:ea typeface="Arial"/>
                <a:cs typeface="Arial"/>
              </a:defRPr>
            </a:defPPr>
            <a:lvl1pPr>
              <a:defRPr sz="3825" b="1">
                <a:solidFill>
                  <a:srgbClr val="CC0000"/>
                </a:solidFill>
                <a:latin typeface="Arial"/>
                <a:ea typeface="Arial"/>
                <a:cs typeface="Arial"/>
              </a:defRPr>
            </a:lvl1pPr>
            <a:lvl2pPr>
              <a:defRPr sz="3825" b="1">
                <a:solidFill>
                  <a:srgbClr val="CC0000"/>
                </a:solidFill>
                <a:latin typeface="Arial"/>
                <a:ea typeface="Arial"/>
                <a:cs typeface="Arial"/>
              </a:defRPr>
            </a:lvl2pPr>
            <a:lvl3pPr>
              <a:defRPr sz="3825" b="1">
                <a:solidFill>
                  <a:srgbClr val="CC0000"/>
                </a:solidFill>
                <a:latin typeface="Arial"/>
                <a:ea typeface="Arial"/>
                <a:cs typeface="Arial"/>
              </a:defRPr>
            </a:lvl3pPr>
            <a:lvl4pPr>
              <a:defRPr sz="3825" b="1">
                <a:solidFill>
                  <a:srgbClr val="CC0000"/>
                </a:solidFill>
                <a:latin typeface="Arial"/>
                <a:ea typeface="Arial"/>
                <a:cs typeface="Arial"/>
              </a:defRPr>
            </a:lvl4pPr>
            <a:lvl5pPr>
              <a:defRPr sz="3825" b="1">
                <a:solidFill>
                  <a:srgbClr val="CC0000"/>
                </a:solidFill>
                <a:latin typeface="Arial"/>
                <a:ea typeface="Arial"/>
                <a:cs typeface="Arial"/>
              </a:defRPr>
            </a:lvl5pPr>
            <a:lvl6pPr>
              <a:defRPr sz="3825" b="1">
                <a:solidFill>
                  <a:srgbClr val="CC0000"/>
                </a:solidFill>
                <a:latin typeface="Arial"/>
                <a:ea typeface="Arial"/>
                <a:cs typeface="Arial"/>
              </a:defRPr>
            </a:lvl6pPr>
            <a:lvl7pPr>
              <a:defRPr sz="3825" b="1">
                <a:solidFill>
                  <a:srgbClr val="CC0000"/>
                </a:solidFill>
                <a:latin typeface="Arial"/>
                <a:ea typeface="Arial"/>
                <a:cs typeface="Arial"/>
              </a:defRPr>
            </a:lvl7pPr>
            <a:lvl8pPr>
              <a:defRPr sz="3825" b="1">
                <a:solidFill>
                  <a:srgbClr val="CC0000"/>
                </a:solidFill>
                <a:latin typeface="Arial"/>
                <a:ea typeface="Arial"/>
                <a:cs typeface="Arial"/>
              </a:defRPr>
            </a:lvl8pPr>
            <a:lvl9pPr>
              <a:defRPr sz="3825" b="1">
                <a:solidFill>
                  <a:srgbClr val="CC0000"/>
                </a:solidFill>
                <a:latin typeface="Arial"/>
                <a:ea typeface="Arial"/>
                <a:cs typeface="Arial"/>
              </a:defRPr>
            </a:lvl9pPr>
          </a:lstStyle>
          <a:p xmlns:a="http://schemas.openxmlformats.org/drawingml/2006/main">
            <a:pPr>
              <a:defRPr sz="3825" b="1">
                <a:solidFill>
                  <a:srgbClr val="CC0000"/>
                </a:solidFill>
                <a:latin typeface="Arial"/>
                <a:ea typeface="Arial"/>
                <a:cs typeface="Arial"/>
              </a:defRPr>
            </a:pPr>
            <a:r>
              <a:rPr sz="3825" b="1">
                <a:solidFill>
                  <a:srgbClr val="CC0000"/>
                </a:solidFill>
                <a:latin typeface="Arial"/>
                <a:ea typeface="Arial"/>
                <a:cs typeface="Arial"/>
              </a:rPr>
              <a:t>Gemma</a:t>
            </a:r>
          </a:p>
        </p:txBody>
      </p:sp>
      <p:sp>
        <p:nvSpPr>
          <p:cNvPr id="7" name="">
            <a:extLst xmlns:a="http://schemas.openxmlformats.org/drawingml/2006/main">
              <a:ext uri="{FF2B5EF4-FFF2-40B4-BE49-F238E27FC236}">
                <a16:creationId xmlns:a16="http://schemas.microsoft.com/office/drawing/2014/main" id="{DB2FDF0F-BCED-4CD2-8527-4A1424BF698B}"/>
              </a:ext>
            </a:extLst>
          </p:cNvPr>
          <p:cNvSpPr>
            <a:spLocks xmlns:a="http://schemas.openxmlformats.org/drawingml/2006/main" noGrp="1"/>
          </p:cNvSpPr>
          <p:nvPr/>
        </p:nvSpPr>
        <p:spPr>
          <a:xfrm xmlns:a="http://schemas.openxmlformats.org/drawingml/2006/main">
            <a:off x="5334000" y="5067300"/>
            <a:ext cx="619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080808"/>
                </a:solidFill>
                <a:latin typeface="Arial"/>
                <a:ea typeface="Arial"/>
                <a:cs typeface="Arial"/>
              </a:defRPr>
            </a:defPPr>
            <a:lvl1pPr>
              <a:defRPr sz="2250" b="0">
                <a:solidFill>
                  <a:srgbClr val="080808"/>
                </a:solidFill>
                <a:latin typeface="Arial"/>
                <a:ea typeface="Arial"/>
                <a:cs typeface="Arial"/>
              </a:defRPr>
            </a:lvl1pPr>
            <a:lvl2pPr>
              <a:defRPr sz="2250" b="0">
                <a:solidFill>
                  <a:srgbClr val="080808"/>
                </a:solidFill>
                <a:latin typeface="Arial"/>
                <a:ea typeface="Arial"/>
                <a:cs typeface="Arial"/>
              </a:defRPr>
            </a:lvl2pPr>
            <a:lvl3pPr>
              <a:defRPr sz="2250" b="0">
                <a:solidFill>
                  <a:srgbClr val="080808"/>
                </a:solidFill>
                <a:latin typeface="Arial"/>
                <a:ea typeface="Arial"/>
                <a:cs typeface="Arial"/>
              </a:defRPr>
            </a:lvl3pPr>
            <a:lvl4pPr>
              <a:defRPr sz="2250" b="0">
                <a:solidFill>
                  <a:srgbClr val="080808"/>
                </a:solidFill>
                <a:latin typeface="Arial"/>
                <a:ea typeface="Arial"/>
                <a:cs typeface="Arial"/>
              </a:defRPr>
            </a:lvl4pPr>
            <a:lvl5pPr>
              <a:defRPr sz="2250" b="0">
                <a:solidFill>
                  <a:srgbClr val="080808"/>
                </a:solidFill>
                <a:latin typeface="Arial"/>
                <a:ea typeface="Arial"/>
                <a:cs typeface="Arial"/>
              </a:defRPr>
            </a:lvl5pPr>
            <a:lvl6pPr>
              <a:defRPr sz="2250" b="0">
                <a:solidFill>
                  <a:srgbClr val="080808"/>
                </a:solidFill>
                <a:latin typeface="Arial"/>
                <a:ea typeface="Arial"/>
                <a:cs typeface="Arial"/>
              </a:defRPr>
            </a:lvl6pPr>
            <a:lvl7pPr>
              <a:defRPr sz="2250" b="0">
                <a:solidFill>
                  <a:srgbClr val="080808"/>
                </a:solidFill>
                <a:latin typeface="Arial"/>
                <a:ea typeface="Arial"/>
                <a:cs typeface="Arial"/>
              </a:defRPr>
            </a:lvl7pPr>
            <a:lvl8pPr>
              <a:defRPr sz="2250" b="0">
                <a:solidFill>
                  <a:srgbClr val="080808"/>
                </a:solidFill>
                <a:latin typeface="Arial"/>
                <a:ea typeface="Arial"/>
                <a:cs typeface="Arial"/>
              </a:defRPr>
            </a:lvl8pPr>
            <a:lvl9pPr>
              <a:defRPr sz="2250" b="0">
                <a:solidFill>
                  <a:srgbClr val="080808"/>
                </a:solidFill>
                <a:latin typeface="Arial"/>
                <a:ea typeface="Arial"/>
                <a:cs typeface="Arial"/>
              </a:defRPr>
            </a:lvl9pPr>
          </a:lstStyle>
          <a:p xmlns:a="http://schemas.openxmlformats.org/drawingml/2006/main">
            <a:pPr>
              <a:defRPr sz="2250" b="0">
                <a:solidFill>
                  <a:srgbClr val="080808"/>
                </a:solidFill>
                <a:latin typeface="Arial"/>
                <a:ea typeface="Arial"/>
                <a:cs typeface="Arial"/>
              </a:defRPr>
            </a:pPr>
            <a:r>
              <a:rPr sz="2250" b="0">
                <a:solidFill>
                  <a:srgbClr val="080808"/>
                </a:solidFill>
                <a:latin typeface="Arial"/>
                <a:ea typeface="Arial"/>
                <a:cs typeface="Arial"/>
              </a:rPr>
              <a:t>Hints and explanations grounded</a:t>
            </a:r>
          </a:p>
          <a:p xmlns:a="http://schemas.openxmlformats.org/drawingml/2006/main">
            <a:pPr>
              <a:defRPr sz="2250" b="0">
                <a:solidFill>
                  <a:srgbClr val="080808"/>
                </a:solidFill>
                <a:latin typeface="Arial"/>
                <a:ea typeface="Arial"/>
                <a:cs typeface="Arial"/>
              </a:defRPr>
            </a:pPr>
            <a:r>
              <a:rPr sz="2250" b="0">
                <a:solidFill>
                  <a:srgbClr val="080808"/>
                </a:solidFill>
                <a:latin typeface="Arial"/>
                <a:ea typeface="Arial"/>
                <a:cs typeface="Arial"/>
              </a:rPr>
              <a:t>in the work the box remembers.</a:t>
            </a:r>
          </a:p>
        </p:txBody>
      </p:sp>
    </p:spTree>
    <p:extLst>
      <p:ext uri="{BB962C8B-B14F-4D97-AF65-F5344CB8AC3E}">
        <p14:creationId xmlns:p14="http://schemas.microsoft.com/office/powerpoint/2010/main" val="105237946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24E9A4-9ED1-4BCF-AA6B-B6A70B208B62}"/>
              </a:ext>
            </a:extLst>
          </p:cNvPr>
          <p:cNvSpPr>
            <a:spLocks xmlns:a="http://schemas.openxmlformats.org/drawingml/2006/main" noGrp="1"/>
          </p:cNvSpPr>
          <p:nvPr/>
        </p:nvSpPr>
        <p:spPr>
          <a:xfrm xmlns:a="http://schemas.openxmlformats.org/drawingml/2006/main">
            <a:off x="609600" y="457200"/>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200" b="1">
                <a:solidFill>
                  <a:srgbClr val="080808"/>
                </a:solidFill>
                <a:latin typeface="Arial"/>
                <a:ea typeface="Arial"/>
                <a:cs typeface="Arial"/>
              </a:defRPr>
            </a:defPPr>
            <a:lvl1pPr>
              <a:defRPr sz="4200" b="1">
                <a:solidFill>
                  <a:srgbClr val="080808"/>
                </a:solidFill>
                <a:latin typeface="Arial"/>
                <a:ea typeface="Arial"/>
                <a:cs typeface="Arial"/>
              </a:defRPr>
            </a:lvl1pPr>
            <a:lvl2pPr>
              <a:defRPr sz="4200" b="1">
                <a:solidFill>
                  <a:srgbClr val="080808"/>
                </a:solidFill>
                <a:latin typeface="Arial"/>
                <a:ea typeface="Arial"/>
                <a:cs typeface="Arial"/>
              </a:defRPr>
            </a:lvl2pPr>
            <a:lvl3pPr>
              <a:defRPr sz="4200" b="1">
                <a:solidFill>
                  <a:srgbClr val="080808"/>
                </a:solidFill>
                <a:latin typeface="Arial"/>
                <a:ea typeface="Arial"/>
                <a:cs typeface="Arial"/>
              </a:defRPr>
            </a:lvl3pPr>
            <a:lvl4pPr>
              <a:defRPr sz="4200" b="1">
                <a:solidFill>
                  <a:srgbClr val="080808"/>
                </a:solidFill>
                <a:latin typeface="Arial"/>
                <a:ea typeface="Arial"/>
                <a:cs typeface="Arial"/>
              </a:defRPr>
            </a:lvl4pPr>
            <a:lvl5pPr>
              <a:defRPr sz="4200" b="1">
                <a:solidFill>
                  <a:srgbClr val="080808"/>
                </a:solidFill>
                <a:latin typeface="Arial"/>
                <a:ea typeface="Arial"/>
                <a:cs typeface="Arial"/>
              </a:defRPr>
            </a:lvl5pPr>
            <a:lvl6pPr>
              <a:defRPr sz="4200" b="1">
                <a:solidFill>
                  <a:srgbClr val="080808"/>
                </a:solidFill>
                <a:latin typeface="Arial"/>
                <a:ea typeface="Arial"/>
                <a:cs typeface="Arial"/>
              </a:defRPr>
            </a:lvl6pPr>
            <a:lvl7pPr>
              <a:defRPr sz="4200" b="1">
                <a:solidFill>
                  <a:srgbClr val="080808"/>
                </a:solidFill>
                <a:latin typeface="Arial"/>
                <a:ea typeface="Arial"/>
                <a:cs typeface="Arial"/>
              </a:defRPr>
            </a:lvl7pPr>
            <a:lvl8pPr>
              <a:defRPr sz="4200" b="1">
                <a:solidFill>
                  <a:srgbClr val="080808"/>
                </a:solidFill>
                <a:latin typeface="Arial"/>
                <a:ea typeface="Arial"/>
                <a:cs typeface="Arial"/>
              </a:defRPr>
            </a:lvl8pPr>
            <a:lvl9pPr>
              <a:defRPr sz="4200" b="1">
                <a:solidFill>
                  <a:srgbClr val="080808"/>
                </a:solidFill>
                <a:latin typeface="Arial"/>
                <a:ea typeface="Arial"/>
                <a:cs typeface="Arial"/>
              </a:defRPr>
            </a:lvl9pPr>
          </a:lstStyle>
          <a:p xmlns:a="http://schemas.openxmlformats.org/drawingml/2006/main">
            <a:pPr>
              <a:defRPr sz="4200" b="1">
                <a:solidFill>
                  <a:srgbClr val="080808"/>
                </a:solidFill>
                <a:latin typeface="Arial"/>
                <a:ea typeface="Arial"/>
                <a:cs typeface="Arial"/>
              </a:defRPr>
            </a:pPr>
            <a:r>
              <a:rPr sz="4200" b="1">
                <a:solidFill>
                  <a:srgbClr val="080808"/>
                </a:solidFill>
                <a:latin typeface="Arial"/>
                <a:ea typeface="Arial"/>
                <a:cs typeface="Arial"/>
              </a:rPr>
              <a:t>The memory test</a:t>
            </a:r>
          </a:p>
        </p:txBody>
      </p:sp>
      <p:sp>
        <p:nvSpPr>
          <p:cNvPr id="2" name="">
            <a:extLst xmlns:a="http://schemas.openxmlformats.org/drawingml/2006/main">
              <a:ext uri="{FF2B5EF4-FFF2-40B4-BE49-F238E27FC236}">
                <a16:creationId xmlns:a16="http://schemas.microsoft.com/office/drawing/2014/main" id="{F02E0B6B-647B-4D27-97D1-D87052E7ED6E}"/>
              </a:ext>
            </a:extLst>
          </p:cNvPr>
          <p:cNvSpPr>
            <a:spLocks xmlns:a="http://schemas.openxmlformats.org/drawingml/2006/main" noGrp="1"/>
          </p:cNvSpPr>
          <p:nvPr/>
        </p:nvSpPr>
        <p:spPr>
          <a:xfrm xmlns:a="http://schemas.openxmlformats.org/drawingml/2006/main">
            <a:off x="628650" y="1562100"/>
            <a:ext cx="10763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CC0000"/>
                </a:solidFill>
                <a:latin typeface="Arial"/>
                <a:ea typeface="Arial"/>
                <a:cs typeface="Arial"/>
              </a:defRPr>
            </a:defPPr>
            <a:lvl1pPr>
              <a:defRPr sz="2850" b="1">
                <a:solidFill>
                  <a:srgbClr val="CC0000"/>
                </a:solidFill>
                <a:latin typeface="Arial"/>
                <a:ea typeface="Arial"/>
                <a:cs typeface="Arial"/>
              </a:defRPr>
            </a:lvl1pPr>
            <a:lvl2pPr>
              <a:defRPr sz="2850" b="1">
                <a:solidFill>
                  <a:srgbClr val="CC0000"/>
                </a:solidFill>
                <a:latin typeface="Arial"/>
                <a:ea typeface="Arial"/>
                <a:cs typeface="Arial"/>
              </a:defRPr>
            </a:lvl2pPr>
            <a:lvl3pPr>
              <a:defRPr sz="2850" b="1">
                <a:solidFill>
                  <a:srgbClr val="CC0000"/>
                </a:solidFill>
                <a:latin typeface="Arial"/>
                <a:ea typeface="Arial"/>
                <a:cs typeface="Arial"/>
              </a:defRPr>
            </a:lvl3pPr>
            <a:lvl4pPr>
              <a:defRPr sz="2850" b="1">
                <a:solidFill>
                  <a:srgbClr val="CC0000"/>
                </a:solidFill>
                <a:latin typeface="Arial"/>
                <a:ea typeface="Arial"/>
                <a:cs typeface="Arial"/>
              </a:defRPr>
            </a:lvl4pPr>
            <a:lvl5pPr>
              <a:defRPr sz="2850" b="1">
                <a:solidFill>
                  <a:srgbClr val="CC0000"/>
                </a:solidFill>
                <a:latin typeface="Arial"/>
                <a:ea typeface="Arial"/>
                <a:cs typeface="Arial"/>
              </a:defRPr>
            </a:lvl5pPr>
            <a:lvl6pPr>
              <a:defRPr sz="2850" b="1">
                <a:solidFill>
                  <a:srgbClr val="CC0000"/>
                </a:solidFill>
                <a:latin typeface="Arial"/>
                <a:ea typeface="Arial"/>
                <a:cs typeface="Arial"/>
              </a:defRPr>
            </a:lvl6pPr>
            <a:lvl7pPr>
              <a:defRPr sz="2850" b="1">
                <a:solidFill>
                  <a:srgbClr val="CC0000"/>
                </a:solidFill>
                <a:latin typeface="Arial"/>
                <a:ea typeface="Arial"/>
                <a:cs typeface="Arial"/>
              </a:defRPr>
            </a:lvl7pPr>
            <a:lvl8pPr>
              <a:defRPr sz="2850" b="1">
                <a:solidFill>
                  <a:srgbClr val="CC0000"/>
                </a:solidFill>
                <a:latin typeface="Arial"/>
                <a:ea typeface="Arial"/>
                <a:cs typeface="Arial"/>
              </a:defRPr>
            </a:lvl8pPr>
            <a:lvl9pPr>
              <a:defRPr sz="2850" b="1">
                <a:solidFill>
                  <a:srgbClr val="CC0000"/>
                </a:solidFill>
                <a:latin typeface="Arial"/>
                <a:ea typeface="Arial"/>
                <a:cs typeface="Arial"/>
              </a:defRPr>
            </a:lvl9pPr>
          </a:lstStyle>
          <a:p xmlns:a="http://schemas.openxmlformats.org/drawingml/2006/main">
            <a:pPr>
              <a:defRPr sz="2850" b="1">
                <a:solidFill>
                  <a:srgbClr val="CC0000"/>
                </a:solidFill>
                <a:latin typeface="Arial"/>
                <a:ea typeface="Arial"/>
                <a:cs typeface="Arial"/>
              </a:defRPr>
            </a:pPr>
            <a:r>
              <a:rPr sz="2850" b="1">
                <a:solidFill>
                  <a:srgbClr val="CC0000"/>
                </a:solidFill>
                <a:latin typeface="Arial"/>
                <a:ea typeface="Arial"/>
                <a:cs typeface="Arial"/>
              </a:rPr>
              <a:t>Same code. Same failing test.</a:t>
            </a:r>
          </a:p>
        </p:txBody>
      </p:sp>
      <p:sp>
        <p:nvSpPr>
          <p:cNvPr id="3" name="">
            <a:extLst xmlns:a="http://schemas.openxmlformats.org/drawingml/2006/main">
              <a:ext uri="{FF2B5EF4-FFF2-40B4-BE49-F238E27FC236}">
                <a16:creationId xmlns:a16="http://schemas.microsoft.com/office/drawing/2014/main" id="{6A7CC3AE-FA96-4298-88B0-F6E882D6C452}"/>
              </a:ext>
            </a:extLst>
          </p:cNvPr>
          <p:cNvSpPr>
            <a:spLocks xmlns:a="http://schemas.openxmlformats.org/drawingml/2006/main" noGrp="1"/>
          </p:cNvSpPr>
          <p:nvPr/>
        </p:nvSpPr>
        <p:spPr>
          <a:xfrm xmlns:a="http://schemas.openxmlformats.org/drawingml/2006/main">
            <a:off x="609600" y="2952750"/>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700" b="1">
                <a:solidFill>
                  <a:srgbClr val="080808"/>
                </a:solidFill>
                <a:latin typeface="Arial"/>
                <a:ea typeface="Arial"/>
                <a:cs typeface="Arial"/>
              </a:defRPr>
            </a:defPPr>
            <a:lvl1pPr>
              <a:defRPr sz="5700" b="1">
                <a:solidFill>
                  <a:srgbClr val="080808"/>
                </a:solidFill>
                <a:latin typeface="Arial"/>
                <a:ea typeface="Arial"/>
                <a:cs typeface="Arial"/>
              </a:defRPr>
            </a:lvl1pPr>
            <a:lvl2pPr>
              <a:defRPr sz="5700" b="1">
                <a:solidFill>
                  <a:srgbClr val="080808"/>
                </a:solidFill>
                <a:latin typeface="Arial"/>
                <a:ea typeface="Arial"/>
                <a:cs typeface="Arial"/>
              </a:defRPr>
            </a:lvl2pPr>
            <a:lvl3pPr>
              <a:defRPr sz="5700" b="1">
                <a:solidFill>
                  <a:srgbClr val="080808"/>
                </a:solidFill>
                <a:latin typeface="Arial"/>
                <a:ea typeface="Arial"/>
                <a:cs typeface="Arial"/>
              </a:defRPr>
            </a:lvl3pPr>
            <a:lvl4pPr>
              <a:defRPr sz="5700" b="1">
                <a:solidFill>
                  <a:srgbClr val="080808"/>
                </a:solidFill>
                <a:latin typeface="Arial"/>
                <a:ea typeface="Arial"/>
                <a:cs typeface="Arial"/>
              </a:defRPr>
            </a:lvl4pPr>
            <a:lvl5pPr>
              <a:defRPr sz="5700" b="1">
                <a:solidFill>
                  <a:srgbClr val="080808"/>
                </a:solidFill>
                <a:latin typeface="Arial"/>
                <a:ea typeface="Arial"/>
                <a:cs typeface="Arial"/>
              </a:defRPr>
            </a:lvl5pPr>
            <a:lvl6pPr>
              <a:defRPr sz="5700" b="1">
                <a:solidFill>
                  <a:srgbClr val="080808"/>
                </a:solidFill>
                <a:latin typeface="Arial"/>
                <a:ea typeface="Arial"/>
                <a:cs typeface="Arial"/>
              </a:defRPr>
            </a:lvl6pPr>
            <a:lvl7pPr>
              <a:defRPr sz="5700" b="1">
                <a:solidFill>
                  <a:srgbClr val="080808"/>
                </a:solidFill>
                <a:latin typeface="Arial"/>
                <a:ea typeface="Arial"/>
                <a:cs typeface="Arial"/>
              </a:defRPr>
            </a:lvl7pPr>
            <a:lvl8pPr>
              <a:defRPr sz="5700" b="1">
                <a:solidFill>
                  <a:srgbClr val="080808"/>
                </a:solidFill>
                <a:latin typeface="Arial"/>
                <a:ea typeface="Arial"/>
                <a:cs typeface="Arial"/>
              </a:defRPr>
            </a:lvl8pPr>
            <a:lvl9pPr>
              <a:defRPr sz="5700" b="1">
                <a:solidFill>
                  <a:srgbClr val="080808"/>
                </a:solidFill>
                <a:latin typeface="Arial"/>
                <a:ea typeface="Arial"/>
                <a:cs typeface="Arial"/>
              </a:defRPr>
            </a:lvl9pPr>
          </a:lstStyle>
          <a:p xmlns:a="http://schemas.openxmlformats.org/drawingml/2006/main">
            <a:pPr>
              <a:defRPr sz="5700" b="1">
                <a:solidFill>
                  <a:srgbClr val="080808"/>
                </a:solidFill>
                <a:latin typeface="Arial"/>
                <a:ea typeface="Arial"/>
                <a:cs typeface="Arial"/>
              </a:defRPr>
            </a:pPr>
            <a:r>
              <a:rPr sz="5700" b="1">
                <a:solidFill>
                  <a:srgbClr val="080808"/>
                </a:solidFill>
                <a:latin typeface="Arial"/>
                <a:ea typeface="Arial"/>
                <a:cs typeface="Arial"/>
              </a:rPr>
              <a:t>Alex</a:t>
            </a:r>
          </a:p>
        </p:txBody>
      </p:sp>
      <p:sp>
        <p:nvSpPr>
          <p:cNvPr id="4" name="">
            <a:extLst xmlns:a="http://schemas.openxmlformats.org/drawingml/2006/main">
              <a:ext uri="{FF2B5EF4-FFF2-40B4-BE49-F238E27FC236}">
                <a16:creationId xmlns:a16="http://schemas.microsoft.com/office/drawing/2014/main" id="{6723347B-C208-4AD2-A83D-848F034776E3}"/>
              </a:ext>
            </a:extLst>
          </p:cNvPr>
          <p:cNvSpPr>
            <a:spLocks xmlns:a="http://schemas.openxmlformats.org/drawingml/2006/main" noGrp="1"/>
          </p:cNvSpPr>
          <p:nvPr/>
        </p:nvSpPr>
        <p:spPr>
          <a:xfrm xmlns:a="http://schemas.openxmlformats.org/drawingml/2006/main">
            <a:off x="628650" y="4048125"/>
            <a:ext cx="495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595959"/>
                </a:solidFill>
                <a:latin typeface="Arial"/>
                <a:ea typeface="Arial"/>
                <a:cs typeface="Arial"/>
              </a:defRPr>
            </a:defPPr>
            <a:lvl1pPr>
              <a:defRPr sz="2175" b="0">
                <a:solidFill>
                  <a:srgbClr val="595959"/>
                </a:solidFill>
                <a:latin typeface="Arial"/>
                <a:ea typeface="Arial"/>
                <a:cs typeface="Arial"/>
              </a:defRPr>
            </a:lvl1pPr>
            <a:lvl2pPr>
              <a:defRPr sz="2175" b="0">
                <a:solidFill>
                  <a:srgbClr val="595959"/>
                </a:solidFill>
                <a:latin typeface="Arial"/>
                <a:ea typeface="Arial"/>
                <a:cs typeface="Arial"/>
              </a:defRPr>
            </a:lvl2pPr>
            <a:lvl3pPr>
              <a:defRPr sz="2175" b="0">
                <a:solidFill>
                  <a:srgbClr val="595959"/>
                </a:solidFill>
                <a:latin typeface="Arial"/>
                <a:ea typeface="Arial"/>
                <a:cs typeface="Arial"/>
              </a:defRPr>
            </a:lvl3pPr>
            <a:lvl4pPr>
              <a:defRPr sz="2175" b="0">
                <a:solidFill>
                  <a:srgbClr val="595959"/>
                </a:solidFill>
                <a:latin typeface="Arial"/>
                <a:ea typeface="Arial"/>
                <a:cs typeface="Arial"/>
              </a:defRPr>
            </a:lvl4pPr>
            <a:lvl5pPr>
              <a:defRPr sz="2175" b="0">
                <a:solidFill>
                  <a:srgbClr val="595959"/>
                </a:solidFill>
                <a:latin typeface="Arial"/>
                <a:ea typeface="Arial"/>
                <a:cs typeface="Arial"/>
              </a:defRPr>
            </a:lvl5pPr>
            <a:lvl6pPr>
              <a:defRPr sz="2175" b="0">
                <a:solidFill>
                  <a:srgbClr val="595959"/>
                </a:solidFill>
                <a:latin typeface="Arial"/>
                <a:ea typeface="Arial"/>
                <a:cs typeface="Arial"/>
              </a:defRPr>
            </a:lvl6pPr>
            <a:lvl7pPr>
              <a:defRPr sz="2175" b="0">
                <a:solidFill>
                  <a:srgbClr val="595959"/>
                </a:solidFill>
                <a:latin typeface="Arial"/>
                <a:ea typeface="Arial"/>
                <a:cs typeface="Arial"/>
              </a:defRPr>
            </a:lvl7pPr>
            <a:lvl8pPr>
              <a:defRPr sz="2175" b="0">
                <a:solidFill>
                  <a:srgbClr val="595959"/>
                </a:solidFill>
                <a:latin typeface="Arial"/>
                <a:ea typeface="Arial"/>
                <a:cs typeface="Arial"/>
              </a:defRPr>
            </a:lvl8pPr>
            <a:lvl9pPr>
              <a:defRPr sz="2175" b="0">
                <a:solidFill>
                  <a:srgbClr val="595959"/>
                </a:solidFill>
                <a:latin typeface="Arial"/>
                <a:ea typeface="Arial"/>
                <a:cs typeface="Arial"/>
              </a:defRPr>
            </a:lvl9pPr>
          </a:lstStyle>
          <a:p xmlns:a="http://schemas.openxmlformats.org/drawingml/2006/main">
            <a:pPr>
              <a:defRPr sz="2175" b="0">
                <a:solidFill>
                  <a:srgbClr val="595959"/>
                </a:solidFill>
                <a:latin typeface="Arial"/>
                <a:ea typeface="Arial"/>
                <a:cs typeface="Arial"/>
              </a:defRPr>
            </a:pPr>
            <a:r>
              <a:rPr sz="2175" b="0">
                <a:solidFill>
                  <a:srgbClr val="595959"/>
                </a:solidFill>
                <a:latin typeface="Arial"/>
                <a:ea typeface="Arial"/>
                <a:cs typeface="Arial"/>
              </a:rPr>
              <a:t>Earlier assignments in the box</a:t>
            </a:r>
          </a:p>
        </p:txBody>
      </p:sp>
      <p:sp>
        <p:nvSpPr>
          <p:cNvPr id="5" name="">
            <a:extLst xmlns:a="http://schemas.openxmlformats.org/drawingml/2006/main">
              <a:ext uri="{FF2B5EF4-FFF2-40B4-BE49-F238E27FC236}">
                <a16:creationId xmlns:a16="http://schemas.microsoft.com/office/drawing/2014/main" id="{EBBA5043-7958-4D4D-9DE3-EE6DD650C5AE}"/>
              </a:ext>
            </a:extLst>
          </p:cNvPr>
          <p:cNvSpPr>
            <a:spLocks xmlns:a="http://schemas.openxmlformats.org/drawingml/2006/main" noGrp="1"/>
          </p:cNvSpPr>
          <p:nvPr/>
        </p:nvSpPr>
        <p:spPr>
          <a:xfrm xmlns:a="http://schemas.openxmlformats.org/drawingml/2006/main">
            <a:off x="628650" y="4981575"/>
            <a:ext cx="4953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0">
                <a:solidFill>
                  <a:srgbClr val="080808"/>
                </a:solidFill>
                <a:latin typeface="Arial"/>
                <a:ea typeface="Arial"/>
                <a:cs typeface="Arial"/>
              </a:defRPr>
            </a:defPPr>
            <a:lvl1pPr>
              <a:defRPr sz="2325" b="0">
                <a:solidFill>
                  <a:srgbClr val="080808"/>
                </a:solidFill>
                <a:latin typeface="Arial"/>
                <a:ea typeface="Arial"/>
                <a:cs typeface="Arial"/>
              </a:defRPr>
            </a:lvl1pPr>
            <a:lvl2pPr>
              <a:defRPr sz="2325" b="0">
                <a:solidFill>
                  <a:srgbClr val="080808"/>
                </a:solidFill>
                <a:latin typeface="Arial"/>
                <a:ea typeface="Arial"/>
                <a:cs typeface="Arial"/>
              </a:defRPr>
            </a:lvl2pPr>
            <a:lvl3pPr>
              <a:defRPr sz="2325" b="0">
                <a:solidFill>
                  <a:srgbClr val="080808"/>
                </a:solidFill>
                <a:latin typeface="Arial"/>
                <a:ea typeface="Arial"/>
                <a:cs typeface="Arial"/>
              </a:defRPr>
            </a:lvl3pPr>
            <a:lvl4pPr>
              <a:defRPr sz="2325" b="0">
                <a:solidFill>
                  <a:srgbClr val="080808"/>
                </a:solidFill>
                <a:latin typeface="Arial"/>
                <a:ea typeface="Arial"/>
                <a:cs typeface="Arial"/>
              </a:defRPr>
            </a:lvl4pPr>
            <a:lvl5pPr>
              <a:defRPr sz="2325" b="0">
                <a:solidFill>
                  <a:srgbClr val="080808"/>
                </a:solidFill>
                <a:latin typeface="Arial"/>
                <a:ea typeface="Arial"/>
                <a:cs typeface="Arial"/>
              </a:defRPr>
            </a:lvl5pPr>
            <a:lvl6pPr>
              <a:defRPr sz="2325" b="0">
                <a:solidFill>
                  <a:srgbClr val="080808"/>
                </a:solidFill>
                <a:latin typeface="Arial"/>
                <a:ea typeface="Arial"/>
                <a:cs typeface="Arial"/>
              </a:defRPr>
            </a:lvl6pPr>
            <a:lvl7pPr>
              <a:defRPr sz="2325" b="0">
                <a:solidFill>
                  <a:srgbClr val="080808"/>
                </a:solidFill>
                <a:latin typeface="Arial"/>
                <a:ea typeface="Arial"/>
                <a:cs typeface="Arial"/>
              </a:defRPr>
            </a:lvl7pPr>
            <a:lvl8pPr>
              <a:defRPr sz="2325" b="0">
                <a:solidFill>
                  <a:srgbClr val="080808"/>
                </a:solidFill>
                <a:latin typeface="Arial"/>
                <a:ea typeface="Arial"/>
                <a:cs typeface="Arial"/>
              </a:defRPr>
            </a:lvl8pPr>
            <a:lvl9pPr>
              <a:defRPr sz="2325" b="0">
                <a:solidFill>
                  <a:srgbClr val="080808"/>
                </a:solidFill>
                <a:latin typeface="Arial"/>
                <a:ea typeface="Arial"/>
                <a:cs typeface="Arial"/>
              </a:defRPr>
            </a:lvl9pPr>
          </a:lstStyle>
          <a:p xmlns:a="http://schemas.openxmlformats.org/drawingml/2006/main">
            <a:pPr>
              <a:defRPr sz="2325" b="0">
                <a:solidFill>
                  <a:srgbClr val="080808"/>
                </a:solidFill>
                <a:latin typeface="Arial"/>
                <a:ea typeface="Arial"/>
                <a:cs typeface="Arial"/>
              </a:defRPr>
            </a:pPr>
            <a:r>
              <a:rPr sz="2325" b="0">
                <a:solidFill>
                  <a:srgbClr val="080808"/>
                </a:solidFill>
                <a:latin typeface="Arial"/>
                <a:ea typeface="Arial"/>
                <a:cs typeface="Arial"/>
              </a:rPr>
              <a:t>The hint can connect HW4</a:t>
            </a:r>
          </a:p>
          <a:p xmlns:a="http://schemas.openxmlformats.org/drawingml/2006/main">
            <a:pPr>
              <a:defRPr sz="2325" b="0">
                <a:solidFill>
                  <a:srgbClr val="080808"/>
                </a:solidFill>
                <a:latin typeface="Arial"/>
                <a:ea typeface="Arial"/>
                <a:cs typeface="Arial"/>
              </a:defRPr>
            </a:pPr>
            <a:r>
              <a:rPr sz="2325" b="0">
                <a:solidFill>
                  <a:srgbClr val="080808"/>
                </a:solidFill>
                <a:latin typeface="Arial"/>
                <a:ea typeface="Arial"/>
                <a:cs typeface="Arial"/>
              </a:rPr>
              <a:t>to the loop-bound issue in HW2.</a:t>
            </a:r>
          </a:p>
        </p:txBody>
      </p:sp>
      <p:sp>
        <p:nvSpPr>
          <p:cNvPr id="6" name="">
            <a:extLst xmlns:a="http://schemas.openxmlformats.org/drawingml/2006/main">
              <a:ext uri="{FF2B5EF4-FFF2-40B4-BE49-F238E27FC236}">
                <a16:creationId xmlns:a16="http://schemas.microsoft.com/office/drawing/2014/main" id="{59126A66-BFC8-46D7-9A07-FC8D6212C785}"/>
              </a:ext>
            </a:extLst>
          </p:cNvPr>
          <p:cNvSpPr>
            <a:spLocks xmlns:a="http://schemas.openxmlformats.org/drawingml/2006/main" noGrp="1"/>
          </p:cNvSpPr>
          <p:nvPr/>
        </p:nvSpPr>
        <p:spPr>
          <a:xfrm xmlns:a="http://schemas.openxmlformats.org/drawingml/2006/main">
            <a:off x="7048500" y="2952750"/>
            <a:ext cx="457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700" b="1">
                <a:solidFill>
                  <a:srgbClr val="080808"/>
                </a:solidFill>
                <a:latin typeface="Arial"/>
                <a:ea typeface="Arial"/>
                <a:cs typeface="Arial"/>
              </a:defRPr>
            </a:defPPr>
            <a:lvl1pPr>
              <a:defRPr sz="5700" b="1">
                <a:solidFill>
                  <a:srgbClr val="080808"/>
                </a:solidFill>
                <a:latin typeface="Arial"/>
                <a:ea typeface="Arial"/>
                <a:cs typeface="Arial"/>
              </a:defRPr>
            </a:lvl1pPr>
            <a:lvl2pPr>
              <a:defRPr sz="5700" b="1">
                <a:solidFill>
                  <a:srgbClr val="080808"/>
                </a:solidFill>
                <a:latin typeface="Arial"/>
                <a:ea typeface="Arial"/>
                <a:cs typeface="Arial"/>
              </a:defRPr>
            </a:lvl2pPr>
            <a:lvl3pPr>
              <a:defRPr sz="5700" b="1">
                <a:solidFill>
                  <a:srgbClr val="080808"/>
                </a:solidFill>
                <a:latin typeface="Arial"/>
                <a:ea typeface="Arial"/>
                <a:cs typeface="Arial"/>
              </a:defRPr>
            </a:lvl3pPr>
            <a:lvl4pPr>
              <a:defRPr sz="5700" b="1">
                <a:solidFill>
                  <a:srgbClr val="080808"/>
                </a:solidFill>
                <a:latin typeface="Arial"/>
                <a:ea typeface="Arial"/>
                <a:cs typeface="Arial"/>
              </a:defRPr>
            </a:lvl4pPr>
            <a:lvl5pPr>
              <a:defRPr sz="5700" b="1">
                <a:solidFill>
                  <a:srgbClr val="080808"/>
                </a:solidFill>
                <a:latin typeface="Arial"/>
                <a:ea typeface="Arial"/>
                <a:cs typeface="Arial"/>
              </a:defRPr>
            </a:lvl5pPr>
            <a:lvl6pPr>
              <a:defRPr sz="5700" b="1">
                <a:solidFill>
                  <a:srgbClr val="080808"/>
                </a:solidFill>
                <a:latin typeface="Arial"/>
                <a:ea typeface="Arial"/>
                <a:cs typeface="Arial"/>
              </a:defRPr>
            </a:lvl6pPr>
            <a:lvl7pPr>
              <a:defRPr sz="5700" b="1">
                <a:solidFill>
                  <a:srgbClr val="080808"/>
                </a:solidFill>
                <a:latin typeface="Arial"/>
                <a:ea typeface="Arial"/>
                <a:cs typeface="Arial"/>
              </a:defRPr>
            </a:lvl7pPr>
            <a:lvl8pPr>
              <a:defRPr sz="5700" b="1">
                <a:solidFill>
                  <a:srgbClr val="080808"/>
                </a:solidFill>
                <a:latin typeface="Arial"/>
                <a:ea typeface="Arial"/>
                <a:cs typeface="Arial"/>
              </a:defRPr>
            </a:lvl8pPr>
            <a:lvl9pPr>
              <a:defRPr sz="5700" b="1">
                <a:solidFill>
                  <a:srgbClr val="080808"/>
                </a:solidFill>
                <a:latin typeface="Arial"/>
                <a:ea typeface="Arial"/>
                <a:cs typeface="Arial"/>
              </a:defRPr>
            </a:lvl9pPr>
          </a:lstStyle>
          <a:p xmlns:a="http://schemas.openxmlformats.org/drawingml/2006/main">
            <a:pPr>
              <a:defRPr sz="5700" b="1">
                <a:solidFill>
                  <a:srgbClr val="080808"/>
                </a:solidFill>
                <a:latin typeface="Arial"/>
                <a:ea typeface="Arial"/>
                <a:cs typeface="Arial"/>
              </a:defRPr>
            </a:pPr>
            <a:r>
              <a:rPr sz="5700" b="1">
                <a:solidFill>
                  <a:srgbClr val="080808"/>
                </a:solidFill>
                <a:latin typeface="Arial"/>
                <a:ea typeface="Arial"/>
                <a:cs typeface="Arial"/>
              </a:rPr>
              <a:t>Sam</a:t>
            </a:r>
          </a:p>
        </p:txBody>
      </p:sp>
      <p:sp>
        <p:nvSpPr>
          <p:cNvPr id="7" name="">
            <a:extLst xmlns:a="http://schemas.openxmlformats.org/drawingml/2006/main">
              <a:ext uri="{FF2B5EF4-FFF2-40B4-BE49-F238E27FC236}">
                <a16:creationId xmlns:a16="http://schemas.microsoft.com/office/drawing/2014/main" id="{6685F650-D2CF-4D41-9548-0F3ED71725F2}"/>
              </a:ext>
            </a:extLst>
          </p:cNvPr>
          <p:cNvSpPr>
            <a:spLocks xmlns:a="http://schemas.openxmlformats.org/drawingml/2006/main" noGrp="1"/>
          </p:cNvSpPr>
          <p:nvPr/>
        </p:nvSpPr>
        <p:spPr>
          <a:xfrm xmlns:a="http://schemas.openxmlformats.org/drawingml/2006/main">
            <a:off x="7067550" y="4048125"/>
            <a:ext cx="4476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595959"/>
                </a:solidFill>
                <a:latin typeface="Arial"/>
                <a:ea typeface="Arial"/>
                <a:cs typeface="Arial"/>
              </a:defRPr>
            </a:defPPr>
            <a:lvl1pPr>
              <a:defRPr sz="2175" b="0">
                <a:solidFill>
                  <a:srgbClr val="595959"/>
                </a:solidFill>
                <a:latin typeface="Arial"/>
                <a:ea typeface="Arial"/>
                <a:cs typeface="Arial"/>
              </a:defRPr>
            </a:lvl1pPr>
            <a:lvl2pPr>
              <a:defRPr sz="2175" b="0">
                <a:solidFill>
                  <a:srgbClr val="595959"/>
                </a:solidFill>
                <a:latin typeface="Arial"/>
                <a:ea typeface="Arial"/>
                <a:cs typeface="Arial"/>
              </a:defRPr>
            </a:lvl2pPr>
            <a:lvl3pPr>
              <a:defRPr sz="2175" b="0">
                <a:solidFill>
                  <a:srgbClr val="595959"/>
                </a:solidFill>
                <a:latin typeface="Arial"/>
                <a:ea typeface="Arial"/>
                <a:cs typeface="Arial"/>
              </a:defRPr>
            </a:lvl3pPr>
            <a:lvl4pPr>
              <a:defRPr sz="2175" b="0">
                <a:solidFill>
                  <a:srgbClr val="595959"/>
                </a:solidFill>
                <a:latin typeface="Arial"/>
                <a:ea typeface="Arial"/>
                <a:cs typeface="Arial"/>
              </a:defRPr>
            </a:lvl4pPr>
            <a:lvl5pPr>
              <a:defRPr sz="2175" b="0">
                <a:solidFill>
                  <a:srgbClr val="595959"/>
                </a:solidFill>
                <a:latin typeface="Arial"/>
                <a:ea typeface="Arial"/>
                <a:cs typeface="Arial"/>
              </a:defRPr>
            </a:lvl5pPr>
            <a:lvl6pPr>
              <a:defRPr sz="2175" b="0">
                <a:solidFill>
                  <a:srgbClr val="595959"/>
                </a:solidFill>
                <a:latin typeface="Arial"/>
                <a:ea typeface="Arial"/>
                <a:cs typeface="Arial"/>
              </a:defRPr>
            </a:lvl6pPr>
            <a:lvl7pPr>
              <a:defRPr sz="2175" b="0">
                <a:solidFill>
                  <a:srgbClr val="595959"/>
                </a:solidFill>
                <a:latin typeface="Arial"/>
                <a:ea typeface="Arial"/>
                <a:cs typeface="Arial"/>
              </a:defRPr>
            </a:lvl7pPr>
            <a:lvl8pPr>
              <a:defRPr sz="2175" b="0">
                <a:solidFill>
                  <a:srgbClr val="595959"/>
                </a:solidFill>
                <a:latin typeface="Arial"/>
                <a:ea typeface="Arial"/>
                <a:cs typeface="Arial"/>
              </a:defRPr>
            </a:lvl8pPr>
            <a:lvl9pPr>
              <a:defRPr sz="2175" b="0">
                <a:solidFill>
                  <a:srgbClr val="595959"/>
                </a:solidFill>
                <a:latin typeface="Arial"/>
                <a:ea typeface="Arial"/>
                <a:cs typeface="Arial"/>
              </a:defRPr>
            </a:lvl9pPr>
          </a:lstStyle>
          <a:p xmlns:a="http://schemas.openxmlformats.org/drawingml/2006/main">
            <a:pPr>
              <a:defRPr sz="2175" b="0">
                <a:solidFill>
                  <a:srgbClr val="595959"/>
                </a:solidFill>
                <a:latin typeface="Arial"/>
                <a:ea typeface="Arial"/>
                <a:cs typeface="Arial"/>
              </a:defRPr>
            </a:pPr>
            <a:r>
              <a:rPr sz="2175" b="0">
                <a:solidFill>
                  <a:srgbClr val="595959"/>
                </a:solidFill>
                <a:latin typeface="Arial"/>
                <a:ea typeface="Arial"/>
                <a:cs typeface="Arial"/>
              </a:rPr>
              <a:t>A fresh workspace</a:t>
            </a:r>
          </a:p>
        </p:txBody>
      </p:sp>
      <p:sp>
        <p:nvSpPr>
          <p:cNvPr id="8" name="">
            <a:extLst xmlns:a="http://schemas.openxmlformats.org/drawingml/2006/main">
              <a:ext uri="{FF2B5EF4-FFF2-40B4-BE49-F238E27FC236}">
                <a16:creationId xmlns:a16="http://schemas.microsoft.com/office/drawing/2014/main" id="{E86A3829-6C88-4BD2-985C-7C1F3973D5C3}"/>
              </a:ext>
            </a:extLst>
          </p:cNvPr>
          <p:cNvSpPr>
            <a:spLocks xmlns:a="http://schemas.openxmlformats.org/drawingml/2006/main" noGrp="1"/>
          </p:cNvSpPr>
          <p:nvPr/>
        </p:nvSpPr>
        <p:spPr>
          <a:xfrm xmlns:a="http://schemas.openxmlformats.org/drawingml/2006/main">
            <a:off x="7067550" y="4981575"/>
            <a:ext cx="447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0">
                <a:solidFill>
                  <a:srgbClr val="080808"/>
                </a:solidFill>
                <a:latin typeface="Arial"/>
                <a:ea typeface="Arial"/>
                <a:cs typeface="Arial"/>
              </a:defRPr>
            </a:defPPr>
            <a:lvl1pPr>
              <a:defRPr sz="2325" b="0">
                <a:solidFill>
                  <a:srgbClr val="080808"/>
                </a:solidFill>
                <a:latin typeface="Arial"/>
                <a:ea typeface="Arial"/>
                <a:cs typeface="Arial"/>
              </a:defRPr>
            </a:lvl1pPr>
            <a:lvl2pPr>
              <a:defRPr sz="2325" b="0">
                <a:solidFill>
                  <a:srgbClr val="080808"/>
                </a:solidFill>
                <a:latin typeface="Arial"/>
                <a:ea typeface="Arial"/>
                <a:cs typeface="Arial"/>
              </a:defRPr>
            </a:lvl2pPr>
            <a:lvl3pPr>
              <a:defRPr sz="2325" b="0">
                <a:solidFill>
                  <a:srgbClr val="080808"/>
                </a:solidFill>
                <a:latin typeface="Arial"/>
                <a:ea typeface="Arial"/>
                <a:cs typeface="Arial"/>
              </a:defRPr>
            </a:lvl3pPr>
            <a:lvl4pPr>
              <a:defRPr sz="2325" b="0">
                <a:solidFill>
                  <a:srgbClr val="080808"/>
                </a:solidFill>
                <a:latin typeface="Arial"/>
                <a:ea typeface="Arial"/>
                <a:cs typeface="Arial"/>
              </a:defRPr>
            </a:lvl4pPr>
            <a:lvl5pPr>
              <a:defRPr sz="2325" b="0">
                <a:solidFill>
                  <a:srgbClr val="080808"/>
                </a:solidFill>
                <a:latin typeface="Arial"/>
                <a:ea typeface="Arial"/>
                <a:cs typeface="Arial"/>
              </a:defRPr>
            </a:lvl5pPr>
            <a:lvl6pPr>
              <a:defRPr sz="2325" b="0">
                <a:solidFill>
                  <a:srgbClr val="080808"/>
                </a:solidFill>
                <a:latin typeface="Arial"/>
                <a:ea typeface="Arial"/>
                <a:cs typeface="Arial"/>
              </a:defRPr>
            </a:lvl6pPr>
            <a:lvl7pPr>
              <a:defRPr sz="2325" b="0">
                <a:solidFill>
                  <a:srgbClr val="080808"/>
                </a:solidFill>
                <a:latin typeface="Arial"/>
                <a:ea typeface="Arial"/>
                <a:cs typeface="Arial"/>
              </a:defRPr>
            </a:lvl7pPr>
            <a:lvl8pPr>
              <a:defRPr sz="2325" b="0">
                <a:solidFill>
                  <a:srgbClr val="080808"/>
                </a:solidFill>
                <a:latin typeface="Arial"/>
                <a:ea typeface="Arial"/>
                <a:cs typeface="Arial"/>
              </a:defRPr>
            </a:lvl8pPr>
            <a:lvl9pPr>
              <a:defRPr sz="2325" b="0">
                <a:solidFill>
                  <a:srgbClr val="080808"/>
                </a:solidFill>
                <a:latin typeface="Arial"/>
                <a:ea typeface="Arial"/>
                <a:cs typeface="Arial"/>
              </a:defRPr>
            </a:lvl9pPr>
          </a:lstStyle>
          <a:p xmlns:a="http://schemas.openxmlformats.org/drawingml/2006/main">
            <a:pPr>
              <a:defRPr sz="2325" b="0">
                <a:solidFill>
                  <a:srgbClr val="080808"/>
                </a:solidFill>
                <a:latin typeface="Arial"/>
                <a:ea typeface="Arial"/>
                <a:cs typeface="Arial"/>
              </a:defRPr>
            </a:pPr>
            <a:r>
              <a:rPr sz="2325" b="0">
                <a:solidFill>
                  <a:srgbClr val="080808"/>
                </a:solidFill>
                <a:latin typeface="Arial"/>
                <a:ea typeface="Arial"/>
                <a:cs typeface="Arial"/>
              </a:rPr>
              <a:t>The hint starts with</a:t>
            </a:r>
          </a:p>
          <a:p xmlns:a="http://schemas.openxmlformats.org/drawingml/2006/main">
            <a:pPr>
              <a:defRPr sz="2325" b="0">
                <a:solidFill>
                  <a:srgbClr val="080808"/>
                </a:solidFill>
                <a:latin typeface="Arial"/>
                <a:ea typeface="Arial"/>
                <a:cs typeface="Arial"/>
              </a:defRPr>
            </a:pPr>
            <a:r>
              <a:rPr sz="2325" b="0">
                <a:solidFill>
                  <a:srgbClr val="080808"/>
                </a:solidFill>
                <a:latin typeface="Arial"/>
                <a:ea typeface="Arial"/>
                <a:cs typeface="Arial"/>
              </a:rPr>
              <a:t>the current attempt.</a:t>
            </a:r>
          </a:p>
        </p:txBody>
      </p:sp>
    </p:spTree>
    <p:extLst>
      <p:ext uri="{BB962C8B-B14F-4D97-AF65-F5344CB8AC3E}">
        <p14:creationId xmlns:p14="http://schemas.microsoft.com/office/powerpoint/2010/main" val="1384457592"/>
      </p:ext>
    </p:extLst>
  </p:cSld>
</p:sld>
</file>

<file path=ppt/slides/slide10.xml><?xml version="1.0" encoding="utf-8"?>
<p:sld xmlns:p="http://schemas.openxmlformats.org/presentationml/2006/main">
  <p:cSld>
    <p:bg>
      <p:bgPr>
        <a:solidFill xmlns:a="http://schemas.openxmlformats.org/drawingml/2006/main">
          <a:srgbClr val="CC0000"/>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BA277DA8-88A3-4E69-BD69-FD44444FB3C7}"/>
              </a:ext>
            </a:extLst>
          </p:cNvPr>
          <p:cNvSpPr>
            <a:spLocks xmlns:a="http://schemas.openxmlformats.org/drawingml/2006/main" noGrp="1"/>
          </p:cNvSpPr>
          <p:nvPr/>
        </p:nvSpPr>
        <p:spPr>
          <a:xfrm xmlns:a="http://schemas.openxmlformats.org/drawingml/2006/main">
            <a:off x="590550" y="542925"/>
            <a:ext cx="10953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7800" b="1">
                <a:solidFill>
                  <a:srgbClr val="FFFFFF"/>
                </a:solidFill>
                <a:latin typeface="Arial"/>
                <a:ea typeface="Arial"/>
                <a:cs typeface="Arial"/>
              </a:defRPr>
            </a:defPPr>
            <a:lvl1pPr>
              <a:defRPr sz="7800" b="1">
                <a:solidFill>
                  <a:srgbClr val="FFFFFF"/>
                </a:solidFill>
                <a:latin typeface="Arial"/>
                <a:ea typeface="Arial"/>
                <a:cs typeface="Arial"/>
              </a:defRPr>
            </a:lvl1pPr>
            <a:lvl2pPr>
              <a:defRPr sz="7800" b="1">
                <a:solidFill>
                  <a:srgbClr val="FFFFFF"/>
                </a:solidFill>
                <a:latin typeface="Arial"/>
                <a:ea typeface="Arial"/>
                <a:cs typeface="Arial"/>
              </a:defRPr>
            </a:lvl2pPr>
            <a:lvl3pPr>
              <a:defRPr sz="7800" b="1">
                <a:solidFill>
                  <a:srgbClr val="FFFFFF"/>
                </a:solidFill>
                <a:latin typeface="Arial"/>
                <a:ea typeface="Arial"/>
                <a:cs typeface="Arial"/>
              </a:defRPr>
            </a:lvl3pPr>
            <a:lvl4pPr>
              <a:defRPr sz="7800" b="1">
                <a:solidFill>
                  <a:srgbClr val="FFFFFF"/>
                </a:solidFill>
                <a:latin typeface="Arial"/>
                <a:ea typeface="Arial"/>
                <a:cs typeface="Arial"/>
              </a:defRPr>
            </a:lvl4pPr>
            <a:lvl5pPr>
              <a:defRPr sz="7800" b="1">
                <a:solidFill>
                  <a:srgbClr val="FFFFFF"/>
                </a:solidFill>
                <a:latin typeface="Arial"/>
                <a:ea typeface="Arial"/>
                <a:cs typeface="Arial"/>
              </a:defRPr>
            </a:lvl5pPr>
            <a:lvl6pPr>
              <a:defRPr sz="7800" b="1">
                <a:solidFill>
                  <a:srgbClr val="FFFFFF"/>
                </a:solidFill>
                <a:latin typeface="Arial"/>
                <a:ea typeface="Arial"/>
                <a:cs typeface="Arial"/>
              </a:defRPr>
            </a:lvl6pPr>
            <a:lvl7pPr>
              <a:defRPr sz="7800" b="1">
                <a:solidFill>
                  <a:srgbClr val="FFFFFF"/>
                </a:solidFill>
                <a:latin typeface="Arial"/>
                <a:ea typeface="Arial"/>
                <a:cs typeface="Arial"/>
              </a:defRPr>
            </a:lvl7pPr>
            <a:lvl8pPr>
              <a:defRPr sz="7800" b="1">
                <a:solidFill>
                  <a:srgbClr val="FFFFFF"/>
                </a:solidFill>
                <a:latin typeface="Arial"/>
                <a:ea typeface="Arial"/>
                <a:cs typeface="Arial"/>
              </a:defRPr>
            </a:lvl8pPr>
            <a:lvl9pPr>
              <a:defRPr sz="7800" b="1">
                <a:solidFill>
                  <a:srgbClr val="FFFFFF"/>
                </a:solidFill>
                <a:latin typeface="Arial"/>
                <a:ea typeface="Arial"/>
                <a:cs typeface="Arial"/>
              </a:defRPr>
            </a:lvl9pPr>
          </a:lstStyle>
          <a:p xmlns:a="http://schemas.openxmlformats.org/drawingml/2006/main">
            <a:pPr>
              <a:defRPr sz="7800" b="1">
                <a:solidFill>
                  <a:srgbClr val="FFFFFF"/>
                </a:solidFill>
                <a:latin typeface="Arial"/>
                <a:ea typeface="Arial"/>
                <a:cs typeface="Arial"/>
              </a:defRPr>
            </a:pPr>
            <a:r>
              <a:rPr sz="7800" b="1">
                <a:solidFill>
                  <a:srgbClr val="FFFFFF"/>
                </a:solidFill>
                <a:latin typeface="Arial"/>
                <a:ea typeface="Arial"/>
                <a:cs typeface="Arial"/>
              </a:rPr>
              <a:t>WolfBox</a:t>
            </a:r>
          </a:p>
        </p:txBody>
      </p:sp>
      <p:sp>
        <p:nvSpPr>
          <p:cNvPr id="2" name="">
            <a:extLst xmlns:a="http://schemas.openxmlformats.org/drawingml/2006/main">
              <a:ext uri="{FF2B5EF4-FFF2-40B4-BE49-F238E27FC236}">
                <a16:creationId xmlns:a16="http://schemas.microsoft.com/office/drawing/2014/main" id="{CB0E909A-98D6-42F7-B5A1-16BDDC601982}"/>
              </a:ext>
            </a:extLst>
          </p:cNvPr>
          <p:cNvSpPr>
            <a:spLocks xmlns:a="http://schemas.openxmlformats.org/drawingml/2006/main" noGrp="1"/>
          </p:cNvSpPr>
          <p:nvPr/>
        </p:nvSpPr>
        <p:spPr>
          <a:xfrm xmlns:a="http://schemas.openxmlformats.org/drawingml/2006/main">
            <a:off x="609600" y="2343150"/>
            <a:ext cx="1095375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550" b="1">
                <a:solidFill>
                  <a:srgbClr val="FFFFFF"/>
                </a:solidFill>
                <a:latin typeface="Arial"/>
                <a:ea typeface="Arial"/>
                <a:cs typeface="Arial"/>
              </a:defRPr>
            </a:defPPr>
            <a:lvl1pPr>
              <a:defRPr sz="5550" b="1">
                <a:solidFill>
                  <a:srgbClr val="FFFFFF"/>
                </a:solidFill>
                <a:latin typeface="Arial"/>
                <a:ea typeface="Arial"/>
                <a:cs typeface="Arial"/>
              </a:defRPr>
            </a:lvl1pPr>
            <a:lvl2pPr>
              <a:defRPr sz="5550" b="1">
                <a:solidFill>
                  <a:srgbClr val="FFFFFF"/>
                </a:solidFill>
                <a:latin typeface="Arial"/>
                <a:ea typeface="Arial"/>
                <a:cs typeface="Arial"/>
              </a:defRPr>
            </a:lvl2pPr>
            <a:lvl3pPr>
              <a:defRPr sz="5550" b="1">
                <a:solidFill>
                  <a:srgbClr val="FFFFFF"/>
                </a:solidFill>
                <a:latin typeface="Arial"/>
                <a:ea typeface="Arial"/>
                <a:cs typeface="Arial"/>
              </a:defRPr>
            </a:lvl3pPr>
            <a:lvl4pPr>
              <a:defRPr sz="5550" b="1">
                <a:solidFill>
                  <a:srgbClr val="FFFFFF"/>
                </a:solidFill>
                <a:latin typeface="Arial"/>
                <a:ea typeface="Arial"/>
                <a:cs typeface="Arial"/>
              </a:defRPr>
            </a:lvl4pPr>
            <a:lvl5pPr>
              <a:defRPr sz="5550" b="1">
                <a:solidFill>
                  <a:srgbClr val="FFFFFF"/>
                </a:solidFill>
                <a:latin typeface="Arial"/>
                <a:ea typeface="Arial"/>
                <a:cs typeface="Arial"/>
              </a:defRPr>
            </a:lvl5pPr>
            <a:lvl6pPr>
              <a:defRPr sz="5550" b="1">
                <a:solidFill>
                  <a:srgbClr val="FFFFFF"/>
                </a:solidFill>
                <a:latin typeface="Arial"/>
                <a:ea typeface="Arial"/>
                <a:cs typeface="Arial"/>
              </a:defRPr>
            </a:lvl6pPr>
            <a:lvl7pPr>
              <a:defRPr sz="5550" b="1">
                <a:solidFill>
                  <a:srgbClr val="FFFFFF"/>
                </a:solidFill>
                <a:latin typeface="Arial"/>
                <a:ea typeface="Arial"/>
                <a:cs typeface="Arial"/>
              </a:defRPr>
            </a:lvl7pPr>
            <a:lvl8pPr>
              <a:defRPr sz="5550" b="1">
                <a:solidFill>
                  <a:srgbClr val="FFFFFF"/>
                </a:solidFill>
                <a:latin typeface="Arial"/>
                <a:ea typeface="Arial"/>
                <a:cs typeface="Arial"/>
              </a:defRPr>
            </a:lvl8pPr>
            <a:lvl9pPr>
              <a:defRPr sz="5550" b="1">
                <a:solidFill>
                  <a:srgbClr val="FFFFFF"/>
                </a:solidFill>
                <a:latin typeface="Arial"/>
                <a:ea typeface="Arial"/>
                <a:cs typeface="Arial"/>
              </a:defRPr>
            </a:lvl9pPr>
          </a:lstStyle>
          <a:p xmlns:a="http://schemas.openxmlformats.org/drawingml/2006/main">
            <a:pPr>
              <a:defRPr sz="5550" b="1">
                <a:solidFill>
                  <a:srgbClr val="FFFFFF"/>
                </a:solidFill>
                <a:latin typeface="Arial"/>
                <a:ea typeface="Arial"/>
                <a:cs typeface="Arial"/>
              </a:defRPr>
            </a:pPr>
            <a:r>
              <a:rPr sz="5550" b="1">
                <a:solidFill>
                  <a:srgbClr val="FFFFFF"/>
                </a:solidFill>
                <a:latin typeface="Arial"/>
                <a:ea typeface="Arial"/>
                <a:cs typeface="Arial"/>
              </a:rPr>
              <a:t>The next attempt</a:t>
            </a:r>
          </a:p>
          <a:p xmlns:a="http://schemas.openxmlformats.org/drawingml/2006/main">
            <a:pPr>
              <a:defRPr sz="5550" b="1">
                <a:solidFill>
                  <a:srgbClr val="FFFFFF"/>
                </a:solidFill>
                <a:latin typeface="Arial"/>
                <a:ea typeface="Arial"/>
                <a:cs typeface="Arial"/>
              </a:defRPr>
            </a:pPr>
            <a:r>
              <a:rPr sz="5550" b="1">
                <a:solidFill>
                  <a:srgbClr val="FFFFFF"/>
                </a:solidFill>
                <a:latin typeface="Arial"/>
                <a:ea typeface="Arial"/>
                <a:cs typeface="Arial"/>
              </a:rPr>
              <a:t>should start with</a:t>
            </a:r>
          </a:p>
          <a:p xmlns:a="http://schemas.openxmlformats.org/drawingml/2006/main">
            <a:pPr>
              <a:defRPr sz="5550" b="1">
                <a:solidFill>
                  <a:srgbClr val="FFFFFF"/>
                </a:solidFill>
                <a:latin typeface="Arial"/>
                <a:ea typeface="Arial"/>
                <a:cs typeface="Arial"/>
              </a:defRPr>
            </a:pPr>
            <a:r>
              <a:rPr sz="5550" b="1">
                <a:solidFill>
                  <a:srgbClr val="FFFFFF"/>
                </a:solidFill>
                <a:latin typeface="Arial"/>
                <a:ea typeface="Arial"/>
                <a:cs typeface="Arial"/>
              </a:rPr>
              <a:t>what you learned.</a:t>
            </a:r>
          </a:p>
        </p:txBody>
      </p:sp>
      <p:sp>
        <p:nvSpPr>
          <p:cNvPr id="3" name="">
            <a:extLst xmlns:a="http://schemas.openxmlformats.org/drawingml/2006/main">
              <a:ext uri="{FF2B5EF4-FFF2-40B4-BE49-F238E27FC236}">
                <a16:creationId xmlns:a16="http://schemas.microsoft.com/office/drawing/2014/main" id="{B0CCCBE2-891D-474C-AC2D-01564CF93B74}"/>
              </a:ext>
            </a:extLst>
          </p:cNvPr>
          <p:cNvSpPr>
            <a:spLocks xmlns:a="http://schemas.openxmlformats.org/drawingml/2006/main" noGrp="1"/>
          </p:cNvSpPr>
          <p:nvPr/>
        </p:nvSpPr>
        <p:spPr>
          <a:xfrm xmlns:a="http://schemas.openxmlformats.org/drawingml/2006/main">
            <a:off x="647700" y="58197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0">
                <a:solidFill>
                  <a:srgbClr val="FFFFFF"/>
                </a:solidFill>
                <a:latin typeface="Arial"/>
                <a:ea typeface="Arial"/>
                <a:cs typeface="Arial"/>
              </a:defRPr>
            </a:defPPr>
            <a:lvl1pPr>
              <a:defRPr sz="2850" b="0">
                <a:solidFill>
                  <a:srgbClr val="FFFFFF"/>
                </a:solidFill>
                <a:latin typeface="Arial"/>
                <a:ea typeface="Arial"/>
                <a:cs typeface="Arial"/>
              </a:defRPr>
            </a:lvl1pPr>
            <a:lvl2pPr>
              <a:defRPr sz="2850" b="0">
                <a:solidFill>
                  <a:srgbClr val="FFFFFF"/>
                </a:solidFill>
                <a:latin typeface="Arial"/>
                <a:ea typeface="Arial"/>
                <a:cs typeface="Arial"/>
              </a:defRPr>
            </a:lvl2pPr>
            <a:lvl3pPr>
              <a:defRPr sz="2850" b="0">
                <a:solidFill>
                  <a:srgbClr val="FFFFFF"/>
                </a:solidFill>
                <a:latin typeface="Arial"/>
                <a:ea typeface="Arial"/>
                <a:cs typeface="Arial"/>
              </a:defRPr>
            </a:lvl3pPr>
            <a:lvl4pPr>
              <a:defRPr sz="2850" b="0">
                <a:solidFill>
                  <a:srgbClr val="FFFFFF"/>
                </a:solidFill>
                <a:latin typeface="Arial"/>
                <a:ea typeface="Arial"/>
                <a:cs typeface="Arial"/>
              </a:defRPr>
            </a:lvl4pPr>
            <a:lvl5pPr>
              <a:defRPr sz="2850" b="0">
                <a:solidFill>
                  <a:srgbClr val="FFFFFF"/>
                </a:solidFill>
                <a:latin typeface="Arial"/>
                <a:ea typeface="Arial"/>
                <a:cs typeface="Arial"/>
              </a:defRPr>
            </a:lvl5pPr>
            <a:lvl6pPr>
              <a:defRPr sz="2850" b="0">
                <a:solidFill>
                  <a:srgbClr val="FFFFFF"/>
                </a:solidFill>
                <a:latin typeface="Arial"/>
                <a:ea typeface="Arial"/>
                <a:cs typeface="Arial"/>
              </a:defRPr>
            </a:lvl6pPr>
            <a:lvl7pPr>
              <a:defRPr sz="2850" b="0">
                <a:solidFill>
                  <a:srgbClr val="FFFFFF"/>
                </a:solidFill>
                <a:latin typeface="Arial"/>
                <a:ea typeface="Arial"/>
                <a:cs typeface="Arial"/>
              </a:defRPr>
            </a:lvl7pPr>
            <a:lvl8pPr>
              <a:defRPr sz="2850" b="0">
                <a:solidFill>
                  <a:srgbClr val="FFFFFF"/>
                </a:solidFill>
                <a:latin typeface="Arial"/>
                <a:ea typeface="Arial"/>
                <a:cs typeface="Arial"/>
              </a:defRPr>
            </a:lvl8pPr>
            <a:lvl9pPr>
              <a:defRPr sz="2850" b="0">
                <a:solidFill>
                  <a:srgbClr val="FFFFFF"/>
                </a:solidFill>
                <a:latin typeface="Arial"/>
                <a:ea typeface="Arial"/>
                <a:cs typeface="Arial"/>
              </a:defRPr>
            </a:lvl9pPr>
          </a:lstStyle>
          <a:p xmlns:a="http://schemas.openxmlformats.org/drawingml/2006/main">
            <a:pPr>
              <a:defRPr sz="2850" b="0">
                <a:solidFill>
                  <a:srgbClr val="FFFFFF"/>
                </a:solidFill>
                <a:latin typeface="Arial"/>
                <a:ea typeface="Arial"/>
                <a:cs typeface="Arial"/>
              </a:defRPr>
            </a:pPr>
            <a:r>
              <a:rPr sz="2850" b="0">
                <a:solidFill>
                  <a:srgbClr val="FFFFFF"/>
                </a:solidFill>
                <a:latin typeface="Arial"/>
                <a:ea typeface="Arial"/>
                <a:cs typeface="Arial"/>
              </a:rPr>
              <a:t>Your work, remembered.</a:t>
            </a:r>
          </a:p>
        </p:txBody>
      </p:sp>
    </p:spTree>
    <p:extLst>
      <p:ext uri="{BB962C8B-B14F-4D97-AF65-F5344CB8AC3E}">
        <p14:creationId xmlns:p14="http://schemas.microsoft.com/office/powerpoint/2010/main" val="154453129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2026-10-31T18:27:20.7340000Z</dcterms:created>
  <dcterms:modified xsi:type="dcterms:W3CDTF">2026-10-31T18:27:20.7340000Z</dcterms:modified>
</coreProperties>
</file>