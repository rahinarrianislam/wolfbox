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6e6676c4e840ed" /><Relationship Type="http://schemas.openxmlformats.org/officeDocument/2006/relationships/extended-properties" Target="/docProps/app.xml" Id="R919c8e1a1afe41f4" /><Relationship Type="http://schemas.openxmlformats.org/officeDocument/2006/relationships/officeDocument" Target="/ppt/presentation.xml" Id="Rfbd286591ddb429a" /></Relationships>
</file>

<file path=ppt/presentation.xml><?xml version="1.0" encoding="utf-8"?>
<p:presentation xmlns:p="http://schemas.openxmlformats.org/presentationml/2006/main">
  <p:sldMasterIdLst>
    <p:sldMasterId xmlns:r="http://schemas.openxmlformats.org/officeDocument/2006/relationships" id="2147483648" r:id="R4258b1474edc45ce"/>
  </p:sldMasterIdLst>
  <p:notesMasterIdLst>
    <p:notesMasterId xmlns:r="http://schemas.openxmlformats.org/officeDocument/2006/relationships" r:id="R4075c56e842e44ea"/>
  </p:notesMasterIdLst>
  <p:sldIdLst>
    <p:sldId xmlns:r="http://schemas.openxmlformats.org/officeDocument/2006/relationships" id="256" r:id="Rf35bb69c450045e7"/>
    <p:sldId xmlns:r="http://schemas.openxmlformats.org/officeDocument/2006/relationships" id="257" r:id="Re18e9576de824cc8"/>
    <p:sldId xmlns:r="http://schemas.openxmlformats.org/officeDocument/2006/relationships" id="258" r:id="R44a302fe62e44324"/>
    <p:sldId xmlns:r="http://schemas.openxmlformats.org/officeDocument/2006/relationships" id="259" r:id="Recf9699d42ee465d"/>
    <p:sldId xmlns:r="http://schemas.openxmlformats.org/officeDocument/2006/relationships" id="260" r:id="Rc91709b8b6d94853"/>
    <p:sldId xmlns:r="http://schemas.openxmlformats.org/officeDocument/2006/relationships" id="261" r:id="R6cb8454577604a80"/>
    <p:sldId xmlns:r="http://schemas.openxmlformats.org/officeDocument/2006/relationships" id="262" r:id="R06d5d53e93214dfe"/>
    <p:sldId xmlns:r="http://schemas.openxmlformats.org/officeDocument/2006/relationships" id="263" r:id="Rae23d5136ef647f0"/>
    <p:sldId xmlns:r="http://schemas.openxmlformats.org/officeDocument/2006/relationships" id="264" r:id="Re7b0f8fd43864927"/>
    <p:sldId xmlns:r="http://schemas.openxmlformats.org/officeDocument/2006/relationships" id="265" r:id="R45afe5fe739645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2777c6ad744271" /><Relationship Type="http://schemas.openxmlformats.org/officeDocument/2006/relationships/slideMaster" Target="/ppt/slideMasters/slideMaster1.xml" Id="R4258b1474edc45ce" /><Relationship Type="http://schemas.openxmlformats.org/officeDocument/2006/relationships/notesMaster" Target="/ppt/notesMasters/notesMaster1.xml" Id="R4075c56e842e44ea" /><Relationship Type="http://schemas.openxmlformats.org/officeDocument/2006/relationships/presProps" Target="/ppt/presProps.xml" Id="R505e531854ce4b3f" /><Relationship Type="http://schemas.openxmlformats.org/officeDocument/2006/relationships/tableStyles" Target="/ppt/tableStyles.xml" Id="Rd85671938cba4854" /><Relationship Type="http://schemas.openxmlformats.org/officeDocument/2006/relationships/slide" Target="/ppt/slides/slide1.xml" Id="Rf35bb69c450045e7" /><Relationship Type="http://schemas.openxmlformats.org/officeDocument/2006/relationships/slide" Target="/ppt/slides/slide2.xml" Id="Re18e9576de824cc8" /><Relationship Type="http://schemas.openxmlformats.org/officeDocument/2006/relationships/slide" Target="/ppt/slides/slide3.xml" Id="R44a302fe62e44324" /><Relationship Type="http://schemas.openxmlformats.org/officeDocument/2006/relationships/slide" Target="/ppt/slides/slide4.xml" Id="Recf9699d42ee465d" /><Relationship Type="http://schemas.openxmlformats.org/officeDocument/2006/relationships/slide" Target="/ppt/slides/slide5.xml" Id="Rc91709b8b6d94853" /><Relationship Type="http://schemas.openxmlformats.org/officeDocument/2006/relationships/slide" Target="/ppt/slides/slide6.xml" Id="R6cb8454577604a80" /><Relationship Type="http://schemas.openxmlformats.org/officeDocument/2006/relationships/slide" Target="/ppt/slides/slide7.xml" Id="R06d5d53e93214dfe" /><Relationship Type="http://schemas.openxmlformats.org/officeDocument/2006/relationships/slide" Target="/ppt/slides/slide8.xml" Id="Rae23d5136ef647f0" /><Relationship Type="http://schemas.openxmlformats.org/officeDocument/2006/relationships/slide" Target="/ppt/slides/slide9.xml" Id="Re7b0f8fd43864927" /><Relationship Type="http://schemas.openxmlformats.org/officeDocument/2006/relationships/slide" Target="/ppt/slides/slide10.xml" Id="R45afe5fe739645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52573577bf43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2412d7147b47cd" /><Relationship Type="http://schemas.openxmlformats.org/officeDocument/2006/relationships/notesMaster" Target="/ppt/notesMasters/notesMaster1.xml" Id="Ra581decb030c4a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ad24989460440b" /><Relationship Type="http://schemas.openxmlformats.org/officeDocument/2006/relationships/notesMaster" Target="/ppt/notesMasters/notesMaster1.xml" Id="R397680c7abe443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db5160422343c4" /><Relationship Type="http://schemas.openxmlformats.org/officeDocument/2006/relationships/notesMaster" Target="/ppt/notesMasters/notesMaster1.xml" Id="R05ee30cd3e0149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6bd5ae06dd43d1" /><Relationship Type="http://schemas.openxmlformats.org/officeDocument/2006/relationships/notesMaster" Target="/ppt/notesMasters/notesMaster1.xml" Id="R926702448ced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5ebd5de5864b45" /><Relationship Type="http://schemas.openxmlformats.org/officeDocument/2006/relationships/notesMaster" Target="/ppt/notesMasters/notesMaster1.xml" Id="R6e59959fdb194d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16c1001bc54498" /><Relationship Type="http://schemas.openxmlformats.org/officeDocument/2006/relationships/notesMaster" Target="/ppt/notesMasters/notesMaster1.xml" Id="R1c9decde396f48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b8bb6fb0b4c9d" /><Relationship Type="http://schemas.openxmlformats.org/officeDocument/2006/relationships/notesMaster" Target="/ppt/notesMasters/notesMaster1.xml" Id="R5afd60616d6645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41ae57bd754983" /><Relationship Type="http://schemas.openxmlformats.org/officeDocument/2006/relationships/notesMaster" Target="/ppt/notesMasters/notesMaster1.xml" Id="R69243db649fa4e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d897d70f114728" /><Relationship Type="http://schemas.openxmlformats.org/officeDocument/2006/relationships/notesMaster" Target="/ppt/notesMasters/notesMaster1.xml" Id="Re1292ab462d54f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d0a56a942d47c7" /><Relationship Type="http://schemas.openxmlformats.org/officeDocument/2006/relationships/notesMaster" Target="/ppt/notesMasters/notesMaster1.xml" Id="R256c4353699345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WolfBox is a persistent coding tutor and course companion. Most tutoring conversations restart without the student’s history. WolfBox keeps the work, so both the tutor and the TA can pick up where the student left off.</a:t>
            </a:r>
          </a:p>
          <a:p xmlns:a="http://schemas.openxmlformats.org/drawingml/2006/main">
            <a:r>
              <a:t/>
            </a:r>
          </a:p>
          <a:p xmlns:a="http://schemas.openxmlformats.org/drawingml/2006/main">
            <a:r>
              <a:t>Sources: WolfBox repository, commit 1036db1 (pulled October 31, 2026). SPEC.md; README.md.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A failing test is only the latest symptom. The useful context is what the student already tried and whether the same mistake appeared earlier. Students repeat that explanation in every tutoring session and at office hours. WolfBox keeps that history with the student.</a:t>
            </a:r>
          </a:p>
          <a:p xmlns:a="http://schemas.openxmlformats.org/drawingml/2006/main">
            <a:r>
              <a:t/>
            </a:r>
          </a:p>
          <a:p xmlns:a="http://schemas.openxmlformats.org/drawingml/2006/main">
            <a:r>
              <a:t>Sources: WolfBox repository, commit 1036db1 (pulled October 31, 2026). SPEC.md; README.md.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Submit buggy hw4 code as Alex, whose box has three weeks of synthetic history. Tests run in the box. The hint can connect the last-index failure to an earlier hw2 loop-bound error. Then run the same code as fresh student Sam. Sam has no earlier attempt to cite. The intended contrast demonstrates why persistent state matters. The screenshot is a fixture, and this slide does not claim a live model evaluation.</a:t>
            </a:r>
          </a:p>
          <a:p xmlns:a="http://schemas.openxmlformats.org/drawingml/2006/main">
            <a:r>
              <a:t/>
            </a:r>
          </a:p>
          <a:p xmlns:a="http://schemas.openxmlformats.org/drawingml/2006/main">
            <a:r>
              <a:t>Sources: WolfBox repository, commit 1036db1 (pulled October 31, 2026). SPEC.md §5 LEARN and §6; README.md Demo flow; apple/README.md Learn; apple/screenshots/learn.png.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Repeated failures trigger a nudge and a draft message the student can review. The TA view summarizes the failing test, earlier attempts, and recurring mistakes, then suggests a starting question. The native app uses macOS sharing for a reviewed message. It does not claim delivery to an office-hours queue.</a:t>
            </a:r>
          </a:p>
          <a:p xmlns:a="http://schemas.openxmlformats.org/drawingml/2006/main">
            <a:r>
              <a:t/>
            </a:r>
          </a:p>
          <a:p xmlns:a="http://schemas.openxmlformats.org/drawingml/2006/main">
            <a:r>
              <a:t>Sources: WolfBox repository, commit 1036db1 (pulled October 31, 2026). SPEC.md §5 HELP; apple/README.md Learn and TA; apple/screenshots/ta.png.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sample course sync can summarize new material, explain a changed spec, extract deadlines, and prepare tested assignment workspaces. The updated repository also includes real Canvas REST imports through a course picker. Canvas imports bring published instructions, links, and due dates, but do not automatically create executable workspaces. The screenshot shows the sample course flow.</a:t>
            </a:r>
          </a:p>
          <a:p xmlns:a="http://schemas.openxmlformats.org/drawingml/2006/main">
            <a:r>
              <a:t/>
            </a:r>
          </a:p>
          <a:p xmlns:a="http://schemas.openxmlformats.org/drawingml/2006/main">
            <a:r>
              <a:t>Sources: WolfBox repository, commit 1036db1 (pulled October 31, 2026). SPEC.md §5 SYNC; README.md Canvas assignments; apple/README.md Course; apple/screenshots/course.png.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A student writes preferences such as no 8 AMs or keeping Tuesday and Thursday afternoons free. Gemma parses the preferences and explains results. A deterministic solver selects up to three schedules from catalog sections. The default demo uses sample data. An optional NC State refresh can use public sections, but prerequisite interpretation is limited and official registration must confirm eligibility. Degree requirements and the example transcript remain synthetic.</a:t>
            </a:r>
          </a:p>
          <a:p xmlns:a="http://schemas.openxmlformats.org/drawingml/2006/main">
            <a:r>
              <a:t/>
            </a:r>
          </a:p>
          <a:p xmlns:a="http://schemas.openxmlformats.org/drawingml/2006/main">
            <a:r>
              <a:t>Sources: WolfBox repository, commit 1036db1 (pulled October 31, 2026). SPEC.md §5 PLAN; README.md Registration planner: public NC State schedules; apple/README.md Plan; apple/screenshots/plan.png.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The latest pulled commit adds a separate Canvas LED companion for the Arduino UNO Q. A Mac script reads active student courses and sends the next eligible unsubmitted assignment over USB. It refreshes every five minutes. Past-due and undated assignments are excluded. The board returns to a waiting state if the connection disappears and marks old data after prolonged transient Canvas failures. The code is present in the repository. Hardware operation was not verified for this presentation.</a:t>
            </a:r>
          </a:p>
          <a:p xmlns:a="http://schemas.openxmlformats.org/drawingml/2006/main">
            <a:r>
              <a:t/>
            </a:r>
          </a:p>
          <a:p xmlns:a="http://schemas.openxmlformats.org/drawingml/2006/main">
            <a:r>
              <a:t>Sources: WolfBox repository, commit 1036db1 (pulled October 31, 2026). CanvasLink/README.txt; CanvasLink/canvas_link.py; CanvasLink/CanvasDisplay/CanvasDisplay.ino; commit 1036db1.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browser and SwiftUI client call a FastAPI orchestrator. The orchestrator routes to a student’s box, which owns run history, code snapshots, the mistake profile, course documents, and planning state. Local processes provide the demo backend. Maritime is the target provider, with deployment details still requiring verification. Gemma has Gemini and local Ollama backend options. The default development configuration uses fake model responses.</a:t>
            </a:r>
          </a:p>
          <a:p xmlns:a="http://schemas.openxmlformats.org/drawingml/2006/main">
            <a:r>
              <a:t/>
            </a:r>
          </a:p>
          <a:p xmlns:a="http://schemas.openxmlformats.org/drawingml/2006/main">
            <a:r>
              <a:t>Sources: WolfBox repository, commit 1036db1 (pulled October 31, 2026). README.md Architecture, Online Gemma mode, Offline mode, Maritime deployment; IMPLEMENTATION.md §7.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actual demo can use this sequence. Start with seeded Alex and fresh Sam to show the memory difference. Move to the TA handoff, publish and sync a sample course update, then solve a schedule. Show the Arduino companion if configured, otherwise identify it as added code. The exact timing is a presenter plan, not a measured runtime.</a:t>
            </a:r>
          </a:p>
          <a:p xmlns:a="http://schemas.openxmlformats.org/drawingml/2006/main">
            <a:r>
              <a:t/>
            </a:r>
          </a:p>
          <a:p xmlns:a="http://schemas.openxmlformats.org/drawingml/2006/main">
            <a:r>
              <a:t>Sources: WolfBox repository, commit 1036db1 (pulled October 31, 2026). SPEC.md §6; README.md Demo flow; CanvasLink/README.txt.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seconds. WolfBox’s current evidence is a local prototype with native app fixtures and a documented fake-Gemma local integration check. The newer repository adds Canvas imports, an optional public course catalog, and the UNO Q companion. The next step is to validate live model and provider behavior, strengthen authentication and privacy, and test whether students and TAs find the persistent history useful. No production readiness, proven learning outcome, or verified per-student cost is claimed.</a:t>
            </a:r>
          </a:p>
          <a:p xmlns:a="http://schemas.openxmlformats.org/drawingml/2006/main">
            <a:r>
              <a:t/>
            </a:r>
          </a:p>
          <a:p xmlns:a="http://schemas.openxmlformats.org/drawingml/2006/main">
            <a:r>
              <a:t>Sources: WolfBox repository, commit 1036db1 (pulled October 31, 2026). README.md; SPEC.md Goals and non-goals; apple/VERIFICATION.md; CanvasLink/README.txt. Screenshots, where used, are bundled native macOS demo fixtures with synthetic student records and fake Gemma responses. These images illustrate the interface, not a live production session. Theme reference: NC State University Brand, https://brand.ncsu.edu/designing-for-nc-state/color/ (Wolfpack Red #CC0000, Wolfpack Black #000000, Wolfpack White #FFFFFF).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ebd6b94c7d44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68d5fde46446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cce289d75f4e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557ab3060d40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3f04d410e947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fdea0e0ade44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779453-920D-4B3C-BAD1-B01B5EAC90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03BDE5-5EE3-49A1-8094-8D913F2EDB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F464C7-20C4-48F4-93CA-25C2DD8304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E9CD6D-AFF6-40AE-9E61-6A6E4E3219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77EE95-05AA-49F4-A10F-C9C44B79EB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E7A8F1-DB7A-4A29-A163-CCC26A79C7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1AFC4C-1C44-4900-9BE2-E6B37A2F0A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AF653C-9DA6-430A-A42E-5DEE459BD8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479A41-E9D2-4B6A-9D6F-5E7AD1E05B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162B22-8967-49AE-BEEE-9AACFDD898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66b165b0194855" /><Relationship Type="http://schemas.openxmlformats.org/officeDocument/2006/relationships/slideLayout" Target="/ppt/slideLayouts/slideLayout1.xml" Id="R54bd151cd06c4e86" /><Relationship Type="http://schemas.openxmlformats.org/officeDocument/2006/relationships/slideLayout" Target="/ppt/slideLayouts/slideLayout2.xml" Id="R459776197b7a4c09" /><Relationship Type="http://schemas.openxmlformats.org/officeDocument/2006/relationships/slideLayout" Target="/ppt/slideLayouts/slideLayout3.xml" Id="Re0757089afc044d3" /><Relationship Type="http://schemas.openxmlformats.org/officeDocument/2006/relationships/slideLayout" Target="/ppt/slideLayouts/slideLayout4.xml" Id="R9f13a1129cd04c58" /><Relationship Type="http://schemas.openxmlformats.org/officeDocument/2006/relationships/slideLayout" Target="/ppt/slideLayouts/slideLayout5.xml" Id="Rdbdbb1f8ff084264" /><Relationship Type="http://schemas.openxmlformats.org/officeDocument/2006/relationships/slideLayout" Target="/ppt/slideLayouts/slideLayout6.xml" Id="Ra40e8e1009c240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bd151cd06c4e86"/>
    <p:sldLayoutId xmlns:r="http://schemas.openxmlformats.org/officeDocument/2006/relationships" id="2147483650" r:id="R459776197b7a4c09"/>
    <p:sldLayoutId xmlns:r="http://schemas.openxmlformats.org/officeDocument/2006/relationships" id="2147483651" r:id="Re0757089afc044d3"/>
    <p:sldLayoutId xmlns:r="http://schemas.openxmlformats.org/officeDocument/2006/relationships" id="2147483652" r:id="R9f13a1129cd04c58"/>
    <p:sldLayoutId xmlns:r="http://schemas.openxmlformats.org/officeDocument/2006/relationships" id="2147483653" r:id="Rdbdbb1f8ff084264"/>
    <p:sldLayoutId xmlns:r="http://schemas.openxmlformats.org/officeDocument/2006/relationships" id="2147483654" r:id="Ra40e8e1009c240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f2ccc6bcc44c52" /><Relationship Type="http://schemas.openxmlformats.org/officeDocument/2006/relationships/notesSlide" Target="/ppt/notesSlides/notesSlide1.xml" Id="R4dd2d1a07c1741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03d3a65049484f" /><Relationship Type="http://schemas.openxmlformats.org/officeDocument/2006/relationships/notesSlide" Target="/ppt/notesSlides/notesSlide2.xml" Id="R89a3334b6e2049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123eb977c14c5a" /><Relationship Type="http://schemas.openxmlformats.org/officeDocument/2006/relationships/image" Target="/ppt/media/image.png" Id="Rd5f20889be61433b" /><Relationship Type="http://schemas.openxmlformats.org/officeDocument/2006/relationships/notesSlide" Target="/ppt/notesSlides/notesSlide3.xml" Id="R949ca3f674eb4d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6014c90d944a20" /><Relationship Type="http://schemas.openxmlformats.org/officeDocument/2006/relationships/image" Target="/ppt/media/image2.png" Id="R952fe16742844923" /><Relationship Type="http://schemas.openxmlformats.org/officeDocument/2006/relationships/notesSlide" Target="/ppt/notesSlides/notesSlide4.xml" Id="Rd64f8d286d6442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564bfde2b743ea" /><Relationship Type="http://schemas.openxmlformats.org/officeDocument/2006/relationships/image" Target="/ppt/media/image3.png" Id="R1ebb45d51fc24388" /><Relationship Type="http://schemas.openxmlformats.org/officeDocument/2006/relationships/notesSlide" Target="/ppt/notesSlides/notesSlide5.xml" Id="R2d452ea78b6140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862e5b32fa466d" /><Relationship Type="http://schemas.openxmlformats.org/officeDocument/2006/relationships/image" Target="/ppt/media/image4.png" Id="R7da769fce5304fa2" /><Relationship Type="http://schemas.openxmlformats.org/officeDocument/2006/relationships/notesSlide" Target="/ppt/notesSlides/notesSlide6.xml" Id="Rf030fef033994f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6fccf00d30472b" /><Relationship Type="http://schemas.openxmlformats.org/officeDocument/2006/relationships/notesSlide" Target="/ppt/notesSlides/notesSlide7.xml" Id="R4aaf02d88dd24f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0016afa4a04a16" /><Relationship Type="http://schemas.openxmlformats.org/officeDocument/2006/relationships/notesSlide" Target="/ppt/notesSlides/notesSlide8.xml" Id="R56b78846761e4c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eeb70cd95df4ff2" /><Relationship Type="http://schemas.openxmlformats.org/officeDocument/2006/relationships/notesSlide" Target="/ppt/notesSlides/notesSlide9.xml" Id="R43ba4b0000eb49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8fd54624ed43a2" /><Relationship Type="http://schemas.openxmlformats.org/officeDocument/2006/relationships/notesSlide" Target="/ppt/notesSlides/notesSlide10.xml" Id="Rcc8f7f7f554e4bca" /></Relationships>
</file>

<file path=ppt/slides/slide1.xml><?xml version="1.0" encoding="utf-8"?>
<p:sld xmlns:p="http://schemas.openxmlformats.org/presentationml/2006/main">
  <p:cSld>
    <p:bg>
      <p:bgPr>
        <a:solidFill xmlns:a="http://schemas.openxmlformats.org/drawingml/2006/main">
          <a:srgbClr val="CC000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7BE3BE-6B38-40A2-97D9-36B2C79F2D26}"/>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FFFFFF"/>
                </a:solidFill>
                <a:latin typeface="Arial"/>
                <a:ea typeface="Arial"/>
                <a:cs typeface="Arial"/>
              </a:defRPr>
            </a:defPPr>
            <a:lvl1pPr>
              <a:defRPr sz="1425" b="0">
                <a:solidFill>
                  <a:srgbClr val="FFFFFF"/>
                </a:solidFill>
                <a:latin typeface="Arial"/>
                <a:ea typeface="Arial"/>
                <a:cs typeface="Arial"/>
              </a:defRPr>
            </a:lvl1pPr>
            <a:lvl2pPr>
              <a:defRPr sz="1425" b="0">
                <a:solidFill>
                  <a:srgbClr val="FFFFFF"/>
                </a:solidFill>
                <a:latin typeface="Arial"/>
                <a:ea typeface="Arial"/>
                <a:cs typeface="Arial"/>
              </a:defRPr>
            </a:lvl2pPr>
            <a:lvl3pPr>
              <a:defRPr sz="1425" b="0">
                <a:solidFill>
                  <a:srgbClr val="FFFFFF"/>
                </a:solidFill>
                <a:latin typeface="Arial"/>
                <a:ea typeface="Arial"/>
                <a:cs typeface="Arial"/>
              </a:defRPr>
            </a:lvl3pPr>
            <a:lvl4pPr>
              <a:defRPr sz="1425" b="0">
                <a:solidFill>
                  <a:srgbClr val="FFFFFF"/>
                </a:solidFill>
                <a:latin typeface="Arial"/>
                <a:ea typeface="Arial"/>
                <a:cs typeface="Arial"/>
              </a:defRPr>
            </a:lvl4pPr>
            <a:lvl5pPr>
              <a:defRPr sz="1425" b="0">
                <a:solidFill>
                  <a:srgbClr val="FFFFFF"/>
                </a:solidFill>
                <a:latin typeface="Arial"/>
                <a:ea typeface="Arial"/>
                <a:cs typeface="Arial"/>
              </a:defRPr>
            </a:lvl5pPr>
            <a:lvl6pPr>
              <a:defRPr sz="1425" b="0">
                <a:solidFill>
                  <a:srgbClr val="FFFFFF"/>
                </a:solidFill>
                <a:latin typeface="Arial"/>
                <a:ea typeface="Arial"/>
                <a:cs typeface="Arial"/>
              </a:defRPr>
            </a:lvl6pPr>
            <a:lvl7pPr>
              <a:defRPr sz="1425" b="0">
                <a:solidFill>
                  <a:srgbClr val="FFFFFF"/>
                </a:solidFill>
                <a:latin typeface="Arial"/>
                <a:ea typeface="Arial"/>
                <a:cs typeface="Arial"/>
              </a:defRPr>
            </a:lvl7pPr>
            <a:lvl8pPr>
              <a:defRPr sz="1425" b="0">
                <a:solidFill>
                  <a:srgbClr val="FFFFFF"/>
                </a:solidFill>
                <a:latin typeface="Arial"/>
                <a:ea typeface="Arial"/>
                <a:cs typeface="Arial"/>
              </a:defRPr>
            </a:lvl8pPr>
            <a:lvl9pPr>
              <a:defRPr sz="1425" b="0">
                <a:solidFill>
                  <a:srgbClr val="FFFFFF"/>
                </a:solidFill>
                <a:latin typeface="Arial"/>
                <a:ea typeface="Arial"/>
                <a:cs typeface="Arial"/>
              </a:defRPr>
            </a:lvl9pPr>
          </a:lstStyle>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CF01C86C-2FA2-42A9-AEEA-0B2228A1507D}"/>
              </a:ext>
            </a:extLst>
          </p:cNvPr>
          <p:cNvSpPr>
            <a:spLocks xmlns:a="http://schemas.openxmlformats.org/drawingml/2006/main" noGrp="1"/>
          </p:cNvSpPr>
          <p:nvPr/>
        </p:nvSpPr>
        <p:spPr>
          <a:xfrm xmlns:a="http://schemas.openxmlformats.org/drawingml/2006/main">
            <a:off x="666750" y="6667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NC STATE UNIVERSITY</a:t>
            </a:r>
          </a:p>
        </p:txBody>
      </p:sp>
      <p:sp>
        <p:nvSpPr>
          <p:cNvPr id="3" name="">
            <a:extLst xmlns:a="http://schemas.openxmlformats.org/drawingml/2006/main">
              <a:ext uri="{FF2B5EF4-FFF2-40B4-BE49-F238E27FC236}">
                <a16:creationId xmlns:a16="http://schemas.microsoft.com/office/drawing/2014/main" id="{E9C25BB0-1FF3-47D1-8688-F4A2667EC696}"/>
              </a:ext>
            </a:extLst>
          </p:cNvPr>
          <p:cNvSpPr>
            <a:spLocks xmlns:a="http://schemas.openxmlformats.org/drawingml/2006/main" noGrp="1"/>
          </p:cNvSpPr>
          <p:nvPr/>
        </p:nvSpPr>
        <p:spPr>
          <a:xfrm xmlns:a="http://schemas.openxmlformats.org/drawingml/2006/main">
            <a:off x="609600" y="1600200"/>
            <a:ext cx="10953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8400" b="1">
                <a:solidFill>
                  <a:srgbClr val="FFFFFF"/>
                </a:solidFill>
                <a:latin typeface="Arial"/>
                <a:ea typeface="Arial"/>
                <a:cs typeface="Arial"/>
              </a:defRPr>
            </a:defPPr>
            <a:lvl1pPr>
              <a:defRPr sz="8400" b="1">
                <a:solidFill>
                  <a:srgbClr val="FFFFFF"/>
                </a:solidFill>
                <a:latin typeface="Arial"/>
                <a:ea typeface="Arial"/>
                <a:cs typeface="Arial"/>
              </a:defRPr>
            </a:lvl1pPr>
            <a:lvl2pPr>
              <a:defRPr sz="8400" b="1">
                <a:solidFill>
                  <a:srgbClr val="FFFFFF"/>
                </a:solidFill>
                <a:latin typeface="Arial"/>
                <a:ea typeface="Arial"/>
                <a:cs typeface="Arial"/>
              </a:defRPr>
            </a:lvl2pPr>
            <a:lvl3pPr>
              <a:defRPr sz="8400" b="1">
                <a:solidFill>
                  <a:srgbClr val="FFFFFF"/>
                </a:solidFill>
                <a:latin typeface="Arial"/>
                <a:ea typeface="Arial"/>
                <a:cs typeface="Arial"/>
              </a:defRPr>
            </a:lvl3pPr>
            <a:lvl4pPr>
              <a:defRPr sz="8400" b="1">
                <a:solidFill>
                  <a:srgbClr val="FFFFFF"/>
                </a:solidFill>
                <a:latin typeface="Arial"/>
                <a:ea typeface="Arial"/>
                <a:cs typeface="Arial"/>
              </a:defRPr>
            </a:lvl4pPr>
            <a:lvl5pPr>
              <a:defRPr sz="8400" b="1">
                <a:solidFill>
                  <a:srgbClr val="FFFFFF"/>
                </a:solidFill>
                <a:latin typeface="Arial"/>
                <a:ea typeface="Arial"/>
                <a:cs typeface="Arial"/>
              </a:defRPr>
            </a:lvl5pPr>
            <a:lvl6pPr>
              <a:defRPr sz="8400" b="1">
                <a:solidFill>
                  <a:srgbClr val="FFFFFF"/>
                </a:solidFill>
                <a:latin typeface="Arial"/>
                <a:ea typeface="Arial"/>
                <a:cs typeface="Arial"/>
              </a:defRPr>
            </a:lvl6pPr>
            <a:lvl7pPr>
              <a:defRPr sz="8400" b="1">
                <a:solidFill>
                  <a:srgbClr val="FFFFFF"/>
                </a:solidFill>
                <a:latin typeface="Arial"/>
                <a:ea typeface="Arial"/>
                <a:cs typeface="Arial"/>
              </a:defRPr>
            </a:lvl7pPr>
            <a:lvl8pPr>
              <a:defRPr sz="8400" b="1">
                <a:solidFill>
                  <a:srgbClr val="FFFFFF"/>
                </a:solidFill>
                <a:latin typeface="Arial"/>
                <a:ea typeface="Arial"/>
                <a:cs typeface="Arial"/>
              </a:defRPr>
            </a:lvl8pPr>
            <a:lvl9pPr>
              <a:defRPr sz="8400" b="1">
                <a:solidFill>
                  <a:srgbClr val="FFFFFF"/>
                </a:solidFill>
                <a:latin typeface="Arial"/>
                <a:ea typeface="Arial"/>
                <a:cs typeface="Arial"/>
              </a:defRPr>
            </a:lvl9pPr>
          </a:lstStyle>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WolfBox</a:t>
            </a:r>
          </a:p>
        </p:txBody>
      </p:sp>
      <p:sp>
        <p:nvSpPr>
          <p:cNvPr id="4" name="">
            <a:extLst xmlns:a="http://schemas.openxmlformats.org/drawingml/2006/main">
              <a:ext uri="{FF2B5EF4-FFF2-40B4-BE49-F238E27FC236}">
                <a16:creationId xmlns:a16="http://schemas.microsoft.com/office/drawing/2014/main" id="{17B0735E-899E-4010-BCFE-084B7F7EBBF2}"/>
              </a:ext>
            </a:extLst>
          </p:cNvPr>
          <p:cNvSpPr>
            <a:spLocks xmlns:a="http://schemas.openxmlformats.org/drawingml/2006/main" noGrp="1"/>
          </p:cNvSpPr>
          <p:nvPr/>
        </p:nvSpPr>
        <p:spPr>
          <a:xfrm xmlns:a="http://schemas.openxmlformats.org/drawingml/2006/main">
            <a:off x="666750" y="3143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450" b="0">
                <a:solidFill>
                  <a:srgbClr val="FFFFFF"/>
                </a:solidFill>
                <a:latin typeface="Arial"/>
                <a:ea typeface="Arial"/>
                <a:cs typeface="Arial"/>
              </a:defRPr>
            </a:defPPr>
            <a:lvl1pPr>
              <a:defRPr sz="3450" b="0">
                <a:solidFill>
                  <a:srgbClr val="FFFFFF"/>
                </a:solidFill>
                <a:latin typeface="Arial"/>
                <a:ea typeface="Arial"/>
                <a:cs typeface="Arial"/>
              </a:defRPr>
            </a:lvl1pPr>
            <a:lvl2pPr>
              <a:defRPr sz="3450" b="0">
                <a:solidFill>
                  <a:srgbClr val="FFFFFF"/>
                </a:solidFill>
                <a:latin typeface="Arial"/>
                <a:ea typeface="Arial"/>
                <a:cs typeface="Arial"/>
              </a:defRPr>
            </a:lvl2pPr>
            <a:lvl3pPr>
              <a:defRPr sz="3450" b="0">
                <a:solidFill>
                  <a:srgbClr val="FFFFFF"/>
                </a:solidFill>
                <a:latin typeface="Arial"/>
                <a:ea typeface="Arial"/>
                <a:cs typeface="Arial"/>
              </a:defRPr>
            </a:lvl3pPr>
            <a:lvl4pPr>
              <a:defRPr sz="3450" b="0">
                <a:solidFill>
                  <a:srgbClr val="FFFFFF"/>
                </a:solidFill>
                <a:latin typeface="Arial"/>
                <a:ea typeface="Arial"/>
                <a:cs typeface="Arial"/>
              </a:defRPr>
            </a:lvl4pPr>
            <a:lvl5pPr>
              <a:defRPr sz="3450" b="0">
                <a:solidFill>
                  <a:srgbClr val="FFFFFF"/>
                </a:solidFill>
                <a:latin typeface="Arial"/>
                <a:ea typeface="Arial"/>
                <a:cs typeface="Arial"/>
              </a:defRPr>
            </a:lvl5pPr>
            <a:lvl6pPr>
              <a:defRPr sz="3450" b="0">
                <a:solidFill>
                  <a:srgbClr val="FFFFFF"/>
                </a:solidFill>
                <a:latin typeface="Arial"/>
                <a:ea typeface="Arial"/>
                <a:cs typeface="Arial"/>
              </a:defRPr>
            </a:lvl6pPr>
            <a:lvl7pPr>
              <a:defRPr sz="3450" b="0">
                <a:solidFill>
                  <a:srgbClr val="FFFFFF"/>
                </a:solidFill>
                <a:latin typeface="Arial"/>
                <a:ea typeface="Arial"/>
                <a:cs typeface="Arial"/>
              </a:defRPr>
            </a:lvl7pPr>
            <a:lvl8pPr>
              <a:defRPr sz="3450" b="0">
                <a:solidFill>
                  <a:srgbClr val="FFFFFF"/>
                </a:solidFill>
                <a:latin typeface="Arial"/>
                <a:ea typeface="Arial"/>
                <a:cs typeface="Arial"/>
              </a:defRPr>
            </a:lvl8pPr>
            <a:lvl9pPr>
              <a:defRPr sz="3450" b="0">
                <a:solidFill>
                  <a:srgbClr val="FFFFFF"/>
                </a:solidFill>
                <a:latin typeface="Arial"/>
                <a:ea typeface="Arial"/>
                <a:cs typeface="Arial"/>
              </a:defRPr>
            </a:lvl9pPr>
          </a:lstStyle>
          <a:p xmlns:a="http://schemas.openxmlformats.org/drawingml/2006/main">
            <a:pPr>
              <a:defRPr sz="3450" b="0">
                <a:solidFill>
                  <a:srgbClr val="FFFFFF"/>
                </a:solidFill>
                <a:latin typeface="Arial"/>
                <a:ea typeface="Arial"/>
                <a:cs typeface="Arial"/>
              </a:defRPr>
            </a:pPr>
            <a:r>
              <a:rPr sz="3450" b="0">
                <a:solidFill>
                  <a:srgbClr val="FFFFFF"/>
                </a:solidFill>
                <a:latin typeface="Arial"/>
                <a:ea typeface="Arial"/>
                <a:cs typeface="Arial"/>
              </a:rPr>
              <a:t>Your work, remembered.</a:t>
            </a:r>
          </a:p>
        </p:txBody>
      </p:sp>
      <p:sp>
        <p:nvSpPr>
          <p:cNvPr id="5" name="">
            <a:extLst xmlns:a="http://schemas.openxmlformats.org/drawingml/2006/main">
              <a:ext uri="{FF2B5EF4-FFF2-40B4-BE49-F238E27FC236}">
                <a16:creationId xmlns:a16="http://schemas.microsoft.com/office/drawing/2014/main" id="{A55BFDA0-FF63-4BCD-B2ED-2F75B0D36D47}"/>
              </a:ext>
            </a:extLst>
          </p:cNvPr>
          <p:cNvSpPr>
            <a:spLocks xmlns:a="http://schemas.openxmlformats.org/drawingml/2006/main" noGrp="1"/>
          </p:cNvSpPr>
          <p:nvPr/>
        </p:nvSpPr>
        <p:spPr>
          <a:xfrm xmlns:a="http://schemas.openxmlformats.org/drawingml/2006/main">
            <a:off x="666750" y="409575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 persistent coding tutor and course companion</a:t>
            </a:r>
          </a:p>
        </p:txBody>
      </p:sp>
      <p:sp>
        <p:nvSpPr>
          <p:cNvPr id="6" name="">
            <a:extLst xmlns:a="http://schemas.openxmlformats.org/drawingml/2006/main">
              <a:ext uri="{FF2B5EF4-FFF2-40B4-BE49-F238E27FC236}">
                <a16:creationId xmlns:a16="http://schemas.microsoft.com/office/drawing/2014/main" id="{1A0510CC-201E-407A-9376-BB57BADE0AC2}"/>
              </a:ext>
            </a:extLst>
          </p:cNvPr>
          <p:cNvSpPr>
            <a:spLocks xmlns:a="http://schemas.openxmlformats.org/drawingml/2006/main" noGrp="1"/>
          </p:cNvSpPr>
          <p:nvPr/>
        </p:nvSpPr>
        <p:spPr>
          <a:xfrm xmlns:a="http://schemas.openxmlformats.org/drawingml/2006/main">
            <a:off x="666750" y="56197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Hacktoberfest Hack Day Raleigh</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October 31, 2026</a:t>
            </a:r>
          </a:p>
        </p:txBody>
      </p:sp>
    </p:spTree>
    <p:extLst>
      <p:ext uri="{BB962C8B-B14F-4D97-AF65-F5344CB8AC3E}">
        <p14:creationId xmlns:p14="http://schemas.microsoft.com/office/powerpoint/2010/main" val="41264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FD321D-AEE1-43EA-A4B1-F7AC45241FEB}"/>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The missing context</a:t>
            </a:r>
          </a:p>
        </p:txBody>
      </p:sp>
      <p:sp>
        <p:nvSpPr>
          <p:cNvPr id="2" name="">
            <a:extLst xmlns:a="http://schemas.openxmlformats.org/drawingml/2006/main">
              <a:ext uri="{FF2B5EF4-FFF2-40B4-BE49-F238E27FC236}">
                <a16:creationId xmlns:a16="http://schemas.microsoft.com/office/drawing/2014/main" id="{F4A070BA-33A9-4C65-8D46-BABC6246A325}"/>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BFC4B7E-523C-4DD1-847F-91F66E881E18}"/>
              </a:ext>
            </a:extLst>
          </p:cNvPr>
          <p:cNvSpPr>
            <a:spLocks xmlns:a="http://schemas.openxmlformats.org/drawingml/2006/main" noGrp="1"/>
          </p:cNvSpPr>
          <p:nvPr/>
        </p:nvSpPr>
        <p:spPr>
          <a:xfrm xmlns:a="http://schemas.openxmlformats.org/drawingml/2006/main">
            <a:off x="609600" y="1952625"/>
            <a:ext cx="5715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4350" b="1">
                <a:solidFill>
                  <a:srgbClr val="CC0000"/>
                </a:solidFill>
                <a:latin typeface="Arial"/>
                <a:ea typeface="Arial"/>
                <a:cs typeface="Arial"/>
              </a:defRPr>
            </a:defPPr>
            <a:lvl1pPr>
              <a:defRPr sz="4350" b="1">
                <a:solidFill>
                  <a:srgbClr val="CC0000"/>
                </a:solidFill>
                <a:latin typeface="Arial"/>
                <a:ea typeface="Arial"/>
                <a:cs typeface="Arial"/>
              </a:defRPr>
            </a:lvl1pPr>
            <a:lvl2pPr>
              <a:defRPr sz="4350" b="1">
                <a:solidFill>
                  <a:srgbClr val="CC0000"/>
                </a:solidFill>
                <a:latin typeface="Arial"/>
                <a:ea typeface="Arial"/>
                <a:cs typeface="Arial"/>
              </a:defRPr>
            </a:lvl2pPr>
            <a:lvl3pPr>
              <a:defRPr sz="4350" b="1">
                <a:solidFill>
                  <a:srgbClr val="CC0000"/>
                </a:solidFill>
                <a:latin typeface="Arial"/>
                <a:ea typeface="Arial"/>
                <a:cs typeface="Arial"/>
              </a:defRPr>
            </a:lvl3pPr>
            <a:lvl4pPr>
              <a:defRPr sz="4350" b="1">
                <a:solidFill>
                  <a:srgbClr val="CC0000"/>
                </a:solidFill>
                <a:latin typeface="Arial"/>
                <a:ea typeface="Arial"/>
                <a:cs typeface="Arial"/>
              </a:defRPr>
            </a:lvl4pPr>
            <a:lvl5pPr>
              <a:defRPr sz="4350" b="1">
                <a:solidFill>
                  <a:srgbClr val="CC0000"/>
                </a:solidFill>
                <a:latin typeface="Arial"/>
                <a:ea typeface="Arial"/>
                <a:cs typeface="Arial"/>
              </a:defRPr>
            </a:lvl5pPr>
            <a:lvl6pPr>
              <a:defRPr sz="4350" b="1">
                <a:solidFill>
                  <a:srgbClr val="CC0000"/>
                </a:solidFill>
                <a:latin typeface="Arial"/>
                <a:ea typeface="Arial"/>
                <a:cs typeface="Arial"/>
              </a:defRPr>
            </a:lvl6pPr>
            <a:lvl7pPr>
              <a:defRPr sz="4350" b="1">
                <a:solidFill>
                  <a:srgbClr val="CC0000"/>
                </a:solidFill>
                <a:latin typeface="Arial"/>
                <a:ea typeface="Arial"/>
                <a:cs typeface="Arial"/>
              </a:defRPr>
            </a:lvl7pPr>
            <a:lvl8pPr>
              <a:defRPr sz="4350" b="1">
                <a:solidFill>
                  <a:srgbClr val="CC0000"/>
                </a:solidFill>
                <a:latin typeface="Arial"/>
                <a:ea typeface="Arial"/>
                <a:cs typeface="Arial"/>
              </a:defRPr>
            </a:lvl8pPr>
            <a:lvl9pPr>
              <a:defRPr sz="4350" b="1">
                <a:solidFill>
                  <a:srgbClr val="CC0000"/>
                </a:solidFill>
                <a:latin typeface="Arial"/>
                <a:ea typeface="Arial"/>
                <a:cs typeface="Arial"/>
              </a:defRPr>
            </a:lvl9pPr>
          </a:lstStyle>
          <a:p xmlns:a="http://schemas.openxmlformats.org/drawingml/2006/main">
            <a:pPr>
              <a:defRPr sz="4350" b="1">
                <a:solidFill>
                  <a:srgbClr val="CC0000"/>
                </a:solidFill>
                <a:latin typeface="Arial"/>
                <a:ea typeface="Arial"/>
                <a:cs typeface="Arial"/>
              </a:defRPr>
            </a:pPr>
            <a:r>
              <a:rPr sz="4350" b="1">
                <a:solidFill>
                  <a:srgbClr val="CC0000"/>
                </a:solidFill>
                <a:latin typeface="Arial"/>
                <a:ea typeface="Arial"/>
                <a:cs typeface="Arial"/>
              </a:rPr>
              <a:t>The same bug.</a:t>
            </a:r>
          </a:p>
          <a:p xmlns:a="http://schemas.openxmlformats.org/drawingml/2006/main">
            <a:pPr>
              <a:defRPr sz="4350" b="1">
                <a:solidFill>
                  <a:srgbClr val="CC0000"/>
                </a:solidFill>
                <a:latin typeface="Arial"/>
                <a:ea typeface="Arial"/>
                <a:cs typeface="Arial"/>
              </a:defRPr>
            </a:pPr>
            <a:r>
              <a:rPr sz="4350" b="1">
                <a:solidFill>
                  <a:srgbClr val="CC0000"/>
                </a:solidFill>
                <a:latin typeface="Arial"/>
                <a:ea typeface="Arial"/>
                <a:cs typeface="Arial"/>
              </a:rPr>
              <a:t>Another explanation</a:t>
            </a:r>
          </a:p>
          <a:p xmlns:a="http://schemas.openxmlformats.org/drawingml/2006/main">
            <a:pPr>
              <a:defRPr sz="4350" b="1">
                <a:solidFill>
                  <a:srgbClr val="CC0000"/>
                </a:solidFill>
                <a:latin typeface="Arial"/>
                <a:ea typeface="Arial"/>
                <a:cs typeface="Arial"/>
              </a:defRPr>
            </a:pPr>
            <a:r>
              <a:rPr sz="4350" b="1">
                <a:solidFill>
                  <a:srgbClr val="CC0000"/>
                </a:solidFill>
                <a:latin typeface="Arial"/>
                <a:ea typeface="Arial"/>
                <a:cs typeface="Arial"/>
              </a:rPr>
              <a:t>from scratch.</a:t>
            </a:r>
          </a:p>
        </p:txBody>
      </p:sp>
      <p:sp>
        <p:nvSpPr>
          <p:cNvPr id="4" name="">
            <a:extLst xmlns:a="http://schemas.openxmlformats.org/drawingml/2006/main">
              <a:ext uri="{FF2B5EF4-FFF2-40B4-BE49-F238E27FC236}">
                <a16:creationId xmlns:a16="http://schemas.microsoft.com/office/drawing/2014/main" id="{FB9807B7-4591-4527-B8B3-30B81AAAB316}"/>
              </a:ext>
            </a:extLst>
          </p:cNvPr>
          <p:cNvSpPr>
            <a:spLocks xmlns:a="http://schemas.openxmlformats.org/drawingml/2006/main" noGrp="1"/>
          </p:cNvSpPr>
          <p:nvPr/>
        </p:nvSpPr>
        <p:spPr>
          <a:xfrm xmlns:a="http://schemas.openxmlformats.org/drawingml/2006/main">
            <a:off x="7239000" y="20955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75" b="0">
                <a:solidFill>
                  <a:srgbClr val="000000"/>
                </a:solidFill>
                <a:latin typeface="Arial"/>
                <a:ea typeface="Arial"/>
                <a:cs typeface="Arial"/>
              </a:defRPr>
            </a:defPPr>
            <a:lvl1pPr>
              <a:defRPr sz="2175" b="0">
                <a:solidFill>
                  <a:srgbClr val="000000"/>
                </a:solidFill>
                <a:latin typeface="Arial"/>
                <a:ea typeface="Arial"/>
                <a:cs typeface="Arial"/>
              </a:defRPr>
            </a:lvl1pPr>
            <a:lvl2pPr>
              <a:defRPr sz="2175" b="0">
                <a:solidFill>
                  <a:srgbClr val="000000"/>
                </a:solidFill>
                <a:latin typeface="Arial"/>
                <a:ea typeface="Arial"/>
                <a:cs typeface="Arial"/>
              </a:defRPr>
            </a:lvl2pPr>
            <a:lvl3pPr>
              <a:defRPr sz="2175" b="0">
                <a:solidFill>
                  <a:srgbClr val="000000"/>
                </a:solidFill>
                <a:latin typeface="Arial"/>
                <a:ea typeface="Arial"/>
                <a:cs typeface="Arial"/>
              </a:defRPr>
            </a:lvl3pPr>
            <a:lvl4pPr>
              <a:defRPr sz="2175" b="0">
                <a:solidFill>
                  <a:srgbClr val="000000"/>
                </a:solidFill>
                <a:latin typeface="Arial"/>
                <a:ea typeface="Arial"/>
                <a:cs typeface="Arial"/>
              </a:defRPr>
            </a:lvl4pPr>
            <a:lvl5pPr>
              <a:defRPr sz="2175" b="0">
                <a:solidFill>
                  <a:srgbClr val="000000"/>
                </a:solidFill>
                <a:latin typeface="Arial"/>
                <a:ea typeface="Arial"/>
                <a:cs typeface="Arial"/>
              </a:defRPr>
            </a:lvl5pPr>
            <a:lvl6pPr>
              <a:defRPr sz="2175" b="0">
                <a:solidFill>
                  <a:srgbClr val="000000"/>
                </a:solidFill>
                <a:latin typeface="Arial"/>
                <a:ea typeface="Arial"/>
                <a:cs typeface="Arial"/>
              </a:defRPr>
            </a:lvl6pPr>
            <a:lvl7pPr>
              <a:defRPr sz="2175" b="0">
                <a:solidFill>
                  <a:srgbClr val="000000"/>
                </a:solidFill>
                <a:latin typeface="Arial"/>
                <a:ea typeface="Arial"/>
                <a:cs typeface="Arial"/>
              </a:defRPr>
            </a:lvl7pPr>
            <a:lvl8pPr>
              <a:defRPr sz="2175" b="0">
                <a:solidFill>
                  <a:srgbClr val="000000"/>
                </a:solidFill>
                <a:latin typeface="Arial"/>
                <a:ea typeface="Arial"/>
                <a:cs typeface="Arial"/>
              </a:defRPr>
            </a:lvl8pPr>
            <a:lvl9pPr>
              <a:defRPr sz="2175" b="0">
                <a:solidFill>
                  <a:srgbClr val="000000"/>
                </a:solidFill>
                <a:latin typeface="Arial"/>
                <a:ea typeface="Arial"/>
                <a:cs typeface="Arial"/>
              </a:defRPr>
            </a:lvl9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A tutor needs the student’s earlier attempts.</a:t>
            </a:r>
          </a:p>
        </p:txBody>
      </p:sp>
      <p:sp>
        <p:nvSpPr>
          <p:cNvPr id="5" name="">
            <a:extLst xmlns:a="http://schemas.openxmlformats.org/drawingml/2006/main">
              <a:ext uri="{FF2B5EF4-FFF2-40B4-BE49-F238E27FC236}">
                <a16:creationId xmlns:a16="http://schemas.microsoft.com/office/drawing/2014/main" id="{58C3A7E9-3233-479F-94E9-A92F229F8B12}"/>
              </a:ext>
            </a:extLst>
          </p:cNvPr>
          <p:cNvSpPr>
            <a:spLocks xmlns:a="http://schemas.openxmlformats.org/drawingml/2006/main" noGrp="1"/>
          </p:cNvSpPr>
          <p:nvPr/>
        </p:nvSpPr>
        <p:spPr>
          <a:xfrm xmlns:a="http://schemas.openxmlformats.org/drawingml/2006/main">
            <a:off x="7239000" y="35718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75" b="0">
                <a:solidFill>
                  <a:srgbClr val="000000"/>
                </a:solidFill>
                <a:latin typeface="Arial"/>
                <a:ea typeface="Arial"/>
                <a:cs typeface="Arial"/>
              </a:defRPr>
            </a:defPPr>
            <a:lvl1pPr>
              <a:defRPr sz="2175" b="0">
                <a:solidFill>
                  <a:srgbClr val="000000"/>
                </a:solidFill>
                <a:latin typeface="Arial"/>
                <a:ea typeface="Arial"/>
                <a:cs typeface="Arial"/>
              </a:defRPr>
            </a:lvl1pPr>
            <a:lvl2pPr>
              <a:defRPr sz="2175" b="0">
                <a:solidFill>
                  <a:srgbClr val="000000"/>
                </a:solidFill>
                <a:latin typeface="Arial"/>
                <a:ea typeface="Arial"/>
                <a:cs typeface="Arial"/>
              </a:defRPr>
            </a:lvl2pPr>
            <a:lvl3pPr>
              <a:defRPr sz="2175" b="0">
                <a:solidFill>
                  <a:srgbClr val="000000"/>
                </a:solidFill>
                <a:latin typeface="Arial"/>
                <a:ea typeface="Arial"/>
                <a:cs typeface="Arial"/>
              </a:defRPr>
            </a:lvl3pPr>
            <a:lvl4pPr>
              <a:defRPr sz="2175" b="0">
                <a:solidFill>
                  <a:srgbClr val="000000"/>
                </a:solidFill>
                <a:latin typeface="Arial"/>
                <a:ea typeface="Arial"/>
                <a:cs typeface="Arial"/>
              </a:defRPr>
            </a:lvl4pPr>
            <a:lvl5pPr>
              <a:defRPr sz="2175" b="0">
                <a:solidFill>
                  <a:srgbClr val="000000"/>
                </a:solidFill>
                <a:latin typeface="Arial"/>
                <a:ea typeface="Arial"/>
                <a:cs typeface="Arial"/>
              </a:defRPr>
            </a:lvl5pPr>
            <a:lvl6pPr>
              <a:defRPr sz="2175" b="0">
                <a:solidFill>
                  <a:srgbClr val="000000"/>
                </a:solidFill>
                <a:latin typeface="Arial"/>
                <a:ea typeface="Arial"/>
                <a:cs typeface="Arial"/>
              </a:defRPr>
            </a:lvl6pPr>
            <a:lvl7pPr>
              <a:defRPr sz="2175" b="0">
                <a:solidFill>
                  <a:srgbClr val="000000"/>
                </a:solidFill>
                <a:latin typeface="Arial"/>
                <a:ea typeface="Arial"/>
                <a:cs typeface="Arial"/>
              </a:defRPr>
            </a:lvl7pPr>
            <a:lvl8pPr>
              <a:defRPr sz="2175" b="0">
                <a:solidFill>
                  <a:srgbClr val="000000"/>
                </a:solidFill>
                <a:latin typeface="Arial"/>
                <a:ea typeface="Arial"/>
                <a:cs typeface="Arial"/>
              </a:defRPr>
            </a:lvl8pPr>
            <a:lvl9pPr>
              <a:defRPr sz="2175" b="0">
                <a:solidFill>
                  <a:srgbClr val="000000"/>
                </a:solidFill>
                <a:latin typeface="Arial"/>
                <a:ea typeface="Arial"/>
                <a:cs typeface="Arial"/>
              </a:defRPr>
            </a:lvl9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A TA needs the story before office hours begin.</a:t>
            </a:r>
          </a:p>
        </p:txBody>
      </p:sp>
      <p:sp>
        <p:nvSpPr>
          <p:cNvPr id="6" name="">
            <a:extLst xmlns:a="http://schemas.openxmlformats.org/drawingml/2006/main">
              <a:ext uri="{FF2B5EF4-FFF2-40B4-BE49-F238E27FC236}">
                <a16:creationId xmlns:a16="http://schemas.microsoft.com/office/drawing/2014/main" id="{4E35522F-7BC6-4AFD-A423-6F9750DE97A5}"/>
              </a:ext>
            </a:extLst>
          </p:cNvPr>
          <p:cNvSpPr>
            <a:spLocks xmlns:a="http://schemas.openxmlformats.org/drawingml/2006/main" noGrp="1"/>
          </p:cNvSpPr>
          <p:nvPr/>
        </p:nvSpPr>
        <p:spPr>
          <a:xfrm xmlns:a="http://schemas.openxmlformats.org/drawingml/2006/main">
            <a:off x="609600" y="5505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250" b="0">
                <a:solidFill>
                  <a:srgbClr val="000000"/>
                </a:solidFill>
                <a:latin typeface="Arial"/>
                <a:ea typeface="Arial"/>
                <a:cs typeface="Arial"/>
              </a:defRPr>
            </a:defPPr>
            <a:lvl1pPr>
              <a:defRPr sz="2250" b="0">
                <a:solidFill>
                  <a:srgbClr val="000000"/>
                </a:solidFill>
                <a:latin typeface="Arial"/>
                <a:ea typeface="Arial"/>
                <a:cs typeface="Arial"/>
              </a:defRPr>
            </a:lvl1pPr>
            <a:lvl2pPr>
              <a:defRPr sz="2250" b="0">
                <a:solidFill>
                  <a:srgbClr val="000000"/>
                </a:solidFill>
                <a:latin typeface="Arial"/>
                <a:ea typeface="Arial"/>
                <a:cs typeface="Arial"/>
              </a:defRPr>
            </a:lvl2pPr>
            <a:lvl3pPr>
              <a:defRPr sz="2250" b="0">
                <a:solidFill>
                  <a:srgbClr val="000000"/>
                </a:solidFill>
                <a:latin typeface="Arial"/>
                <a:ea typeface="Arial"/>
                <a:cs typeface="Arial"/>
              </a:defRPr>
            </a:lvl3pPr>
            <a:lvl4pPr>
              <a:defRPr sz="2250" b="0">
                <a:solidFill>
                  <a:srgbClr val="000000"/>
                </a:solidFill>
                <a:latin typeface="Arial"/>
                <a:ea typeface="Arial"/>
                <a:cs typeface="Arial"/>
              </a:defRPr>
            </a:lvl4pPr>
            <a:lvl5pPr>
              <a:defRPr sz="2250" b="0">
                <a:solidFill>
                  <a:srgbClr val="000000"/>
                </a:solidFill>
                <a:latin typeface="Arial"/>
                <a:ea typeface="Arial"/>
                <a:cs typeface="Arial"/>
              </a:defRPr>
            </a:lvl5pPr>
            <a:lvl6pPr>
              <a:defRPr sz="2250" b="0">
                <a:solidFill>
                  <a:srgbClr val="000000"/>
                </a:solidFill>
                <a:latin typeface="Arial"/>
                <a:ea typeface="Arial"/>
                <a:cs typeface="Arial"/>
              </a:defRPr>
            </a:lvl6pPr>
            <a:lvl7pPr>
              <a:defRPr sz="2250" b="0">
                <a:solidFill>
                  <a:srgbClr val="000000"/>
                </a:solidFill>
                <a:latin typeface="Arial"/>
                <a:ea typeface="Arial"/>
                <a:cs typeface="Arial"/>
              </a:defRPr>
            </a:lvl7pPr>
            <a:lvl8pPr>
              <a:defRPr sz="2250" b="0">
                <a:solidFill>
                  <a:srgbClr val="000000"/>
                </a:solidFill>
                <a:latin typeface="Arial"/>
                <a:ea typeface="Arial"/>
                <a:cs typeface="Arial"/>
              </a:defRPr>
            </a:lvl8pPr>
            <a:lvl9pPr>
              <a:defRPr sz="2250" b="0">
                <a:solidFill>
                  <a:srgbClr val="000000"/>
                </a:solidFill>
                <a:latin typeface="Arial"/>
                <a:ea typeface="Arial"/>
                <a:cs typeface="Arial"/>
              </a:defRPr>
            </a:lvl9pPr>
          </a:lstStyle>
          <a:p xmlns:a="http://schemas.openxmlformats.org/drawingml/2006/main">
            <a:pPr>
              <a:defRPr sz="2250" b="0">
                <a:solidFill>
                  <a:srgbClr val="000000"/>
                </a:solidFill>
                <a:latin typeface="Arial"/>
                <a:ea typeface="Arial"/>
                <a:cs typeface="Arial"/>
              </a:defRPr>
            </a:pPr>
            <a:r>
              <a:rPr sz="2250" b="0">
                <a:solidFill>
                  <a:srgbClr val="000000"/>
                </a:solidFill>
                <a:latin typeface="Arial"/>
                <a:ea typeface="Arial"/>
                <a:cs typeface="Arial"/>
              </a:rPr>
              <a:t>WolfBox keeps runs, code snapshots, and recurring mistake patterns.</a:t>
            </a:r>
          </a:p>
        </p:txBody>
      </p:sp>
    </p:spTree>
    <p:extLst>
      <p:ext uri="{BB962C8B-B14F-4D97-AF65-F5344CB8AC3E}">
        <p14:creationId xmlns:p14="http://schemas.microsoft.com/office/powerpoint/2010/main" val="15178680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555D32-1FAA-40AB-96F3-CB53CDBE3C52}"/>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Hints that remember earlier attempts</a:t>
            </a:r>
          </a:p>
        </p:txBody>
      </p:sp>
      <p:sp>
        <p:nvSpPr>
          <p:cNvPr id="2" name="">
            <a:extLst xmlns:a="http://schemas.openxmlformats.org/drawingml/2006/main">
              <a:ext uri="{FF2B5EF4-FFF2-40B4-BE49-F238E27FC236}">
                <a16:creationId xmlns:a16="http://schemas.microsoft.com/office/drawing/2014/main" id="{EFFDB0F6-7153-45FB-90E7-8CB8356B0321}"/>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BC7320E-E994-40ED-9D62-43944225F8F3}"/>
              </a:ext>
            </a:extLst>
          </p:cNvPr>
          <p:cNvSpPr>
            <a:spLocks xmlns:a="http://schemas.openxmlformats.org/drawingml/2006/main" noGrp="1"/>
          </p:cNvSpPr>
          <p:nvPr/>
        </p:nvSpPr>
        <p:spPr>
          <a:xfrm xmlns:a="http://schemas.openxmlformats.org/drawingml/2006/main">
            <a:off x="609600" y="1971675"/>
            <a:ext cx="600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00" b="1">
                <a:solidFill>
                  <a:srgbClr val="CC0000"/>
                </a:solidFill>
                <a:latin typeface="Arial"/>
                <a:ea typeface="Arial"/>
                <a:cs typeface="Arial"/>
              </a:defRPr>
            </a:defPPr>
            <a:lvl1pPr>
              <a:defRPr sz="2700" b="1">
                <a:solidFill>
                  <a:srgbClr val="CC0000"/>
                </a:solidFill>
                <a:latin typeface="Arial"/>
                <a:ea typeface="Arial"/>
                <a:cs typeface="Arial"/>
              </a:defRPr>
            </a:lvl1pPr>
            <a:lvl2pPr>
              <a:defRPr sz="2700" b="1">
                <a:solidFill>
                  <a:srgbClr val="CC0000"/>
                </a:solidFill>
                <a:latin typeface="Arial"/>
                <a:ea typeface="Arial"/>
                <a:cs typeface="Arial"/>
              </a:defRPr>
            </a:lvl2pPr>
            <a:lvl3pPr>
              <a:defRPr sz="2700" b="1">
                <a:solidFill>
                  <a:srgbClr val="CC0000"/>
                </a:solidFill>
                <a:latin typeface="Arial"/>
                <a:ea typeface="Arial"/>
                <a:cs typeface="Arial"/>
              </a:defRPr>
            </a:lvl3pPr>
            <a:lvl4pPr>
              <a:defRPr sz="2700" b="1">
                <a:solidFill>
                  <a:srgbClr val="CC0000"/>
                </a:solidFill>
                <a:latin typeface="Arial"/>
                <a:ea typeface="Arial"/>
                <a:cs typeface="Arial"/>
              </a:defRPr>
            </a:lvl4pPr>
            <a:lvl5pPr>
              <a:defRPr sz="2700" b="1">
                <a:solidFill>
                  <a:srgbClr val="CC0000"/>
                </a:solidFill>
                <a:latin typeface="Arial"/>
                <a:ea typeface="Arial"/>
                <a:cs typeface="Arial"/>
              </a:defRPr>
            </a:lvl5pPr>
            <a:lvl6pPr>
              <a:defRPr sz="2700" b="1">
                <a:solidFill>
                  <a:srgbClr val="CC0000"/>
                </a:solidFill>
                <a:latin typeface="Arial"/>
                <a:ea typeface="Arial"/>
                <a:cs typeface="Arial"/>
              </a:defRPr>
            </a:lvl6pPr>
            <a:lvl7pPr>
              <a:defRPr sz="2700" b="1">
                <a:solidFill>
                  <a:srgbClr val="CC0000"/>
                </a:solidFill>
                <a:latin typeface="Arial"/>
                <a:ea typeface="Arial"/>
                <a:cs typeface="Arial"/>
              </a:defRPr>
            </a:lvl7pPr>
            <a:lvl8pPr>
              <a:defRPr sz="2700" b="1">
                <a:solidFill>
                  <a:srgbClr val="CC0000"/>
                </a:solidFill>
                <a:latin typeface="Arial"/>
                <a:ea typeface="Arial"/>
                <a:cs typeface="Arial"/>
              </a:defRPr>
            </a:lvl8pPr>
            <a:lvl9pPr>
              <a:defRPr sz="2700" b="1">
                <a:solidFill>
                  <a:srgbClr val="CC0000"/>
                </a:solidFill>
                <a:latin typeface="Arial"/>
                <a:ea typeface="Arial"/>
                <a:cs typeface="Arial"/>
              </a:defRPr>
            </a:lvl9pPr>
          </a:lstStyle>
          <a:p xmlns:a="http://schemas.openxmlformats.org/drawingml/2006/main">
            <a:pPr>
              <a:defRPr sz="2700" b="1">
                <a:solidFill>
                  <a:srgbClr val="CC0000"/>
                </a:solidFill>
                <a:latin typeface="Arial"/>
                <a:ea typeface="Arial"/>
                <a:cs typeface="Arial"/>
              </a:defRPr>
            </a:pPr>
            <a:r>
              <a:rPr sz="2700" b="1">
                <a:solidFill>
                  <a:srgbClr val="CC0000"/>
                </a:solidFill>
                <a:latin typeface="Arial"/>
                <a:ea typeface="Arial"/>
                <a:cs typeface="Arial"/>
              </a:rPr>
              <a:t>Every run adds context</a:t>
            </a:r>
          </a:p>
        </p:txBody>
      </p:sp>
      <p:sp>
        <p:nvSpPr>
          <p:cNvPr id="4" name="">
            <a:extLst xmlns:a="http://schemas.openxmlformats.org/drawingml/2006/main">
              <a:ext uri="{FF2B5EF4-FFF2-40B4-BE49-F238E27FC236}">
                <a16:creationId xmlns:a16="http://schemas.microsoft.com/office/drawing/2014/main" id="{8A1A0156-0690-4196-BB69-ECE8ABF3B5B4}"/>
              </a:ext>
            </a:extLst>
          </p:cNvPr>
          <p:cNvSpPr>
            <a:spLocks xmlns:a="http://schemas.openxmlformats.org/drawingml/2006/main" noGrp="1"/>
          </p:cNvSpPr>
          <p:nvPr/>
        </p:nvSpPr>
        <p:spPr>
          <a:xfrm xmlns:a="http://schemas.openxmlformats.org/drawingml/2006/main">
            <a:off x="609600" y="2924175"/>
            <a:ext cx="571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75" b="0">
                <a:solidFill>
                  <a:srgbClr val="000000"/>
                </a:solidFill>
                <a:latin typeface="Arial"/>
                <a:ea typeface="Arial"/>
                <a:cs typeface="Arial"/>
              </a:defRPr>
            </a:defPPr>
            <a:lvl1pPr>
              <a:defRPr sz="2175" b="0">
                <a:solidFill>
                  <a:srgbClr val="000000"/>
                </a:solidFill>
                <a:latin typeface="Arial"/>
                <a:ea typeface="Arial"/>
                <a:cs typeface="Arial"/>
              </a:defRPr>
            </a:lvl1pPr>
            <a:lvl2pPr>
              <a:defRPr sz="2175" b="0">
                <a:solidFill>
                  <a:srgbClr val="000000"/>
                </a:solidFill>
                <a:latin typeface="Arial"/>
                <a:ea typeface="Arial"/>
                <a:cs typeface="Arial"/>
              </a:defRPr>
            </a:lvl2pPr>
            <a:lvl3pPr>
              <a:defRPr sz="2175" b="0">
                <a:solidFill>
                  <a:srgbClr val="000000"/>
                </a:solidFill>
                <a:latin typeface="Arial"/>
                <a:ea typeface="Arial"/>
                <a:cs typeface="Arial"/>
              </a:defRPr>
            </a:lvl3pPr>
            <a:lvl4pPr>
              <a:defRPr sz="2175" b="0">
                <a:solidFill>
                  <a:srgbClr val="000000"/>
                </a:solidFill>
                <a:latin typeface="Arial"/>
                <a:ea typeface="Arial"/>
                <a:cs typeface="Arial"/>
              </a:defRPr>
            </a:lvl4pPr>
            <a:lvl5pPr>
              <a:defRPr sz="2175" b="0">
                <a:solidFill>
                  <a:srgbClr val="000000"/>
                </a:solidFill>
                <a:latin typeface="Arial"/>
                <a:ea typeface="Arial"/>
                <a:cs typeface="Arial"/>
              </a:defRPr>
            </a:lvl5pPr>
            <a:lvl6pPr>
              <a:defRPr sz="2175" b="0">
                <a:solidFill>
                  <a:srgbClr val="000000"/>
                </a:solidFill>
                <a:latin typeface="Arial"/>
                <a:ea typeface="Arial"/>
                <a:cs typeface="Arial"/>
              </a:defRPr>
            </a:lvl6pPr>
            <a:lvl7pPr>
              <a:defRPr sz="2175" b="0">
                <a:solidFill>
                  <a:srgbClr val="000000"/>
                </a:solidFill>
                <a:latin typeface="Arial"/>
                <a:ea typeface="Arial"/>
                <a:cs typeface="Arial"/>
              </a:defRPr>
            </a:lvl7pPr>
            <a:lvl8pPr>
              <a:defRPr sz="2175" b="0">
                <a:solidFill>
                  <a:srgbClr val="000000"/>
                </a:solidFill>
                <a:latin typeface="Arial"/>
                <a:ea typeface="Arial"/>
                <a:cs typeface="Arial"/>
              </a:defRPr>
            </a:lvl8pPr>
            <a:lvl9pPr>
              <a:defRPr sz="2175" b="0">
                <a:solidFill>
                  <a:srgbClr val="000000"/>
                </a:solidFill>
                <a:latin typeface="Arial"/>
                <a:ea typeface="Arial"/>
                <a:cs typeface="Arial"/>
              </a:defRPr>
            </a:lvl9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Run the assignment’s tests.</a:t>
            </a:r>
          </a:p>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Keep the submitted code and results.</a:t>
            </a:r>
          </a:p>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Use past mistakes to guide the next hint.</a:t>
            </a:r>
          </a:p>
        </p:txBody>
      </p:sp>
      <p:sp>
        <p:nvSpPr>
          <p:cNvPr id="5" name="">
            <a:extLst xmlns:a="http://schemas.openxmlformats.org/drawingml/2006/main">
              <a:ext uri="{FF2B5EF4-FFF2-40B4-BE49-F238E27FC236}">
                <a16:creationId xmlns:a16="http://schemas.microsoft.com/office/drawing/2014/main" id="{F733F1DC-A9E2-4852-BD48-0B9464BF6842}"/>
              </a:ext>
            </a:extLst>
          </p:cNvPr>
          <p:cNvSpPr>
            <a:spLocks xmlns:a="http://schemas.openxmlformats.org/drawingml/2006/main" noGrp="1"/>
          </p:cNvSpPr>
          <p:nvPr/>
        </p:nvSpPr>
        <p:spPr>
          <a:xfrm xmlns:a="http://schemas.openxmlformats.org/drawingml/2006/main">
            <a:off x="609600" y="523875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00" b="1">
                <a:solidFill>
                  <a:srgbClr val="000000"/>
                </a:solidFill>
                <a:latin typeface="Arial"/>
                <a:ea typeface="Arial"/>
                <a:cs typeface="Arial"/>
              </a:defRPr>
            </a:defPPr>
            <a:lvl1pPr>
              <a:defRPr sz="2400" b="1">
                <a:solidFill>
                  <a:srgbClr val="000000"/>
                </a:solidFill>
                <a:latin typeface="Arial"/>
                <a:ea typeface="Arial"/>
                <a:cs typeface="Arial"/>
              </a:defRPr>
            </a:lvl1pPr>
            <a:lvl2pPr>
              <a:defRPr sz="2400" b="1">
                <a:solidFill>
                  <a:srgbClr val="000000"/>
                </a:solidFill>
                <a:latin typeface="Arial"/>
                <a:ea typeface="Arial"/>
                <a:cs typeface="Arial"/>
              </a:defRPr>
            </a:lvl2pPr>
            <a:lvl3pPr>
              <a:defRPr sz="2400" b="1">
                <a:solidFill>
                  <a:srgbClr val="000000"/>
                </a:solidFill>
                <a:latin typeface="Arial"/>
                <a:ea typeface="Arial"/>
                <a:cs typeface="Arial"/>
              </a:defRPr>
            </a:lvl3pPr>
            <a:lvl4pPr>
              <a:defRPr sz="2400" b="1">
                <a:solidFill>
                  <a:srgbClr val="000000"/>
                </a:solidFill>
                <a:latin typeface="Arial"/>
                <a:ea typeface="Arial"/>
                <a:cs typeface="Arial"/>
              </a:defRPr>
            </a:lvl4pPr>
            <a:lvl5pPr>
              <a:defRPr sz="2400" b="1">
                <a:solidFill>
                  <a:srgbClr val="000000"/>
                </a:solidFill>
                <a:latin typeface="Arial"/>
                <a:ea typeface="Arial"/>
                <a:cs typeface="Arial"/>
              </a:defRPr>
            </a:lvl5pPr>
            <a:lvl6pPr>
              <a:defRPr sz="2400" b="1">
                <a:solidFill>
                  <a:srgbClr val="000000"/>
                </a:solidFill>
                <a:latin typeface="Arial"/>
                <a:ea typeface="Arial"/>
                <a:cs typeface="Arial"/>
              </a:defRPr>
            </a:lvl6pPr>
            <a:lvl7pPr>
              <a:defRPr sz="2400" b="1">
                <a:solidFill>
                  <a:srgbClr val="000000"/>
                </a:solidFill>
                <a:latin typeface="Arial"/>
                <a:ea typeface="Arial"/>
                <a:cs typeface="Arial"/>
              </a:defRPr>
            </a:lvl7pPr>
            <a:lvl8pPr>
              <a:defRPr sz="2400" b="1">
                <a:solidFill>
                  <a:srgbClr val="000000"/>
                </a:solidFill>
                <a:latin typeface="Arial"/>
                <a:ea typeface="Arial"/>
                <a:cs typeface="Arial"/>
              </a:defRPr>
            </a:lvl8pPr>
            <a:lvl9pPr>
              <a:defRPr sz="2400" b="1">
                <a:solidFill>
                  <a:srgbClr val="000000"/>
                </a:solidFill>
                <a:latin typeface="Arial"/>
                <a:ea typeface="Arial"/>
                <a:cs typeface="Arial"/>
              </a:defRPr>
            </a:lvl9pPr>
          </a:lstStyle>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Same code, different history</a:t>
            </a:r>
          </a:p>
        </p:txBody>
      </p:sp>
      <p:sp>
        <p:nvSpPr>
          <p:cNvPr id="6" name="">
            <a:extLst xmlns:a="http://schemas.openxmlformats.org/drawingml/2006/main">
              <a:ext uri="{FF2B5EF4-FFF2-40B4-BE49-F238E27FC236}">
                <a16:creationId xmlns:a16="http://schemas.microsoft.com/office/drawing/2014/main" id="{2F23C5FF-6F5E-4FE3-ADF4-0CDA4ACFA04D}"/>
              </a:ext>
            </a:extLst>
          </p:cNvPr>
          <p:cNvSpPr>
            <a:spLocks xmlns:a="http://schemas.openxmlformats.org/drawingml/2006/main" noGrp="1"/>
          </p:cNvSpPr>
          <p:nvPr/>
        </p:nvSpPr>
        <p:spPr>
          <a:xfrm xmlns:a="http://schemas.openxmlformats.org/drawingml/2006/main">
            <a:off x="609600" y="5791200"/>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800" b="0">
                <a:solidFill>
                  <a:srgbClr val="595959"/>
                </a:solidFill>
                <a:latin typeface="Arial"/>
                <a:ea typeface="Arial"/>
                <a:cs typeface="Arial"/>
              </a:defRPr>
            </a:defPPr>
            <a:lvl1pPr>
              <a:defRPr sz="1800" b="0">
                <a:solidFill>
                  <a:srgbClr val="595959"/>
                </a:solidFill>
                <a:latin typeface="Arial"/>
                <a:ea typeface="Arial"/>
                <a:cs typeface="Arial"/>
              </a:defRPr>
            </a:lvl1pPr>
            <a:lvl2pPr>
              <a:defRPr sz="1800" b="0">
                <a:solidFill>
                  <a:srgbClr val="595959"/>
                </a:solidFill>
                <a:latin typeface="Arial"/>
                <a:ea typeface="Arial"/>
                <a:cs typeface="Arial"/>
              </a:defRPr>
            </a:lvl2pPr>
            <a:lvl3pPr>
              <a:defRPr sz="1800" b="0">
                <a:solidFill>
                  <a:srgbClr val="595959"/>
                </a:solidFill>
                <a:latin typeface="Arial"/>
                <a:ea typeface="Arial"/>
                <a:cs typeface="Arial"/>
              </a:defRPr>
            </a:lvl3pPr>
            <a:lvl4pPr>
              <a:defRPr sz="1800" b="0">
                <a:solidFill>
                  <a:srgbClr val="595959"/>
                </a:solidFill>
                <a:latin typeface="Arial"/>
                <a:ea typeface="Arial"/>
                <a:cs typeface="Arial"/>
              </a:defRPr>
            </a:lvl4pPr>
            <a:lvl5pPr>
              <a:defRPr sz="1800" b="0">
                <a:solidFill>
                  <a:srgbClr val="595959"/>
                </a:solidFill>
                <a:latin typeface="Arial"/>
                <a:ea typeface="Arial"/>
                <a:cs typeface="Arial"/>
              </a:defRPr>
            </a:lvl5pPr>
            <a:lvl6pPr>
              <a:defRPr sz="1800" b="0">
                <a:solidFill>
                  <a:srgbClr val="595959"/>
                </a:solidFill>
                <a:latin typeface="Arial"/>
                <a:ea typeface="Arial"/>
                <a:cs typeface="Arial"/>
              </a:defRPr>
            </a:lvl6pPr>
            <a:lvl7pPr>
              <a:defRPr sz="1800" b="0">
                <a:solidFill>
                  <a:srgbClr val="595959"/>
                </a:solidFill>
                <a:latin typeface="Arial"/>
                <a:ea typeface="Arial"/>
                <a:cs typeface="Arial"/>
              </a:defRPr>
            </a:lvl7pPr>
            <a:lvl8pPr>
              <a:defRPr sz="1800" b="0">
                <a:solidFill>
                  <a:srgbClr val="595959"/>
                </a:solidFill>
                <a:latin typeface="Arial"/>
                <a:ea typeface="Arial"/>
                <a:cs typeface="Arial"/>
              </a:defRPr>
            </a:lvl8pPr>
            <a:lvl9pPr>
              <a:defRPr sz="1800" b="0">
                <a:solidFill>
                  <a:srgbClr val="595959"/>
                </a:solidFill>
                <a:latin typeface="Arial"/>
                <a:ea typeface="Arial"/>
                <a:cs typeface="Arial"/>
              </a:defRPr>
            </a:lvl9pPr>
          </a:lstStyle>
          <a:p xmlns:a="http://schemas.openxmlformats.org/drawingml/2006/main">
            <a:pPr>
              <a:defRPr sz="1800" b="0">
                <a:solidFill>
                  <a:srgbClr val="595959"/>
                </a:solidFill>
                <a:latin typeface="Arial"/>
                <a:ea typeface="Arial"/>
                <a:cs typeface="Arial"/>
              </a:defRPr>
            </a:pPr>
            <a:r>
              <a:rPr sz="1800" b="0">
                <a:solidFill>
                  <a:srgbClr val="595959"/>
                </a:solidFill>
                <a:latin typeface="Arial"/>
                <a:ea typeface="Arial"/>
                <a:cs typeface="Arial"/>
              </a:rPr>
              <a:t>Seeded Alex and fresh Sam form the core demo.</a:t>
            </a:r>
          </a:p>
        </p:txBody>
      </p:sp>
      <p:pic>
        <p:nvPicPr>
          <p:cNvPr id="7" name="">
            <a:extLst xmlns:a="http://schemas.openxmlformats.org/drawingml/2006/main">
              <a:ext uri="{FF2B5EF4-FFF2-40B4-BE49-F238E27FC236}">
                <a16:creationId xmlns:a16="http://schemas.microsoft.com/office/drawing/2014/main" id="{624B641F-8AD5-4FA8-839C-EDA2E2309D60}"/>
              </a:ext>
            </a:extLst>
          </p:cNvPr>
          <p:cNvPicPr>
            <a:picLocks xmlns:a="http://schemas.openxmlformats.org/drawingml/2006/main" noChangeAspect="1"/>
          </p:cNvPicPr>
          <p:nvPr/>
        </p:nvPicPr>
        <p:blipFill>
          <a:blip xmlns:r="http://schemas.openxmlformats.org/officeDocument/2006/relationships" xmlns:a="http://schemas.openxmlformats.org/drawingml/2006/main" r:embed="Rd5f20889be61433b"/>
          <a:stretch xmlns:a="http://schemas.openxmlformats.org/drawingml/2006/main"/>
        </p:blipFill>
        <p:spPr>
          <a:xfrm xmlns:a="http://schemas.openxmlformats.org/drawingml/2006/main">
            <a:off x="7050772" y="2428875"/>
            <a:ext cx="4472207" cy="3162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EFFEB6E-78FA-491D-AF67-F27453B1AB6D}"/>
              </a:ext>
            </a:extLst>
          </p:cNvPr>
          <p:cNvSpPr>
            <a:spLocks xmlns:a="http://schemas.openxmlformats.org/drawingml/2006/main" noGrp="1"/>
          </p:cNvSpPr>
          <p:nvPr/>
        </p:nvSpPr>
        <p:spPr>
          <a:xfrm xmlns:a="http://schemas.openxmlformats.org/drawingml/2006/main">
            <a:off x="7048500" y="59055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595959"/>
                </a:solidFill>
                <a:latin typeface="Arial"/>
                <a:ea typeface="Arial"/>
                <a:cs typeface="Arial"/>
              </a:defRPr>
            </a:defPPr>
            <a:lvl1pPr>
              <a:defRPr sz="1350" b="0">
                <a:solidFill>
                  <a:srgbClr val="595959"/>
                </a:solidFill>
                <a:latin typeface="Arial"/>
                <a:ea typeface="Arial"/>
                <a:cs typeface="Arial"/>
              </a:defRPr>
            </a:lvl1pPr>
            <a:lvl2pPr>
              <a:defRPr sz="1350" b="0">
                <a:solidFill>
                  <a:srgbClr val="595959"/>
                </a:solidFill>
                <a:latin typeface="Arial"/>
                <a:ea typeface="Arial"/>
                <a:cs typeface="Arial"/>
              </a:defRPr>
            </a:lvl2pPr>
            <a:lvl3pPr>
              <a:defRPr sz="1350" b="0">
                <a:solidFill>
                  <a:srgbClr val="595959"/>
                </a:solidFill>
                <a:latin typeface="Arial"/>
                <a:ea typeface="Arial"/>
                <a:cs typeface="Arial"/>
              </a:defRPr>
            </a:lvl3pPr>
            <a:lvl4pPr>
              <a:defRPr sz="1350" b="0">
                <a:solidFill>
                  <a:srgbClr val="595959"/>
                </a:solidFill>
                <a:latin typeface="Arial"/>
                <a:ea typeface="Arial"/>
                <a:cs typeface="Arial"/>
              </a:defRPr>
            </a:lvl4pPr>
            <a:lvl5pPr>
              <a:defRPr sz="1350" b="0">
                <a:solidFill>
                  <a:srgbClr val="595959"/>
                </a:solidFill>
                <a:latin typeface="Arial"/>
                <a:ea typeface="Arial"/>
                <a:cs typeface="Arial"/>
              </a:defRPr>
            </a:lvl5pPr>
            <a:lvl6pPr>
              <a:defRPr sz="1350" b="0">
                <a:solidFill>
                  <a:srgbClr val="595959"/>
                </a:solidFill>
                <a:latin typeface="Arial"/>
                <a:ea typeface="Arial"/>
                <a:cs typeface="Arial"/>
              </a:defRPr>
            </a:lvl6pPr>
            <a:lvl7pPr>
              <a:defRPr sz="1350" b="0">
                <a:solidFill>
                  <a:srgbClr val="595959"/>
                </a:solidFill>
                <a:latin typeface="Arial"/>
                <a:ea typeface="Arial"/>
                <a:cs typeface="Arial"/>
              </a:defRPr>
            </a:lvl7pPr>
            <a:lvl8pPr>
              <a:defRPr sz="1350" b="0">
                <a:solidFill>
                  <a:srgbClr val="595959"/>
                </a:solidFill>
                <a:latin typeface="Arial"/>
                <a:ea typeface="Arial"/>
                <a:cs typeface="Arial"/>
              </a:defRPr>
            </a:lvl8pPr>
            <a:lvl9pPr>
              <a:defRPr sz="1350" b="0">
                <a:solidFill>
                  <a:srgbClr val="595959"/>
                </a:solidFill>
                <a:latin typeface="Arial"/>
                <a:ea typeface="Arial"/>
                <a:cs typeface="Arial"/>
              </a:defRPr>
            </a:lvl9pPr>
          </a:lstStyle>
          <a:p xmlns:a="http://schemas.openxmlformats.org/drawingml/2006/main">
            <a:pPr>
              <a:defRPr sz="1350" b="0">
                <a:solidFill>
                  <a:srgbClr val="595959"/>
                </a:solidFill>
                <a:latin typeface="Arial"/>
                <a:ea typeface="Arial"/>
                <a:cs typeface="Arial"/>
              </a:defRPr>
            </a:pPr>
            <a:r>
              <a:rPr sz="1350" b="0">
                <a:solidFill>
                  <a:srgbClr val="595959"/>
                </a:solidFill>
                <a:latin typeface="Arial"/>
                <a:ea typeface="Arial"/>
                <a:cs typeface="Arial"/>
              </a:rPr>
              <a:t>Native macOS demo fixture</a:t>
            </a:r>
          </a:p>
        </p:txBody>
      </p:sp>
    </p:spTree>
    <p:extLst>
      <p:ext uri="{BB962C8B-B14F-4D97-AF65-F5344CB8AC3E}">
        <p14:creationId xmlns:p14="http://schemas.microsoft.com/office/powerpoint/2010/main" val="1804534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04C662-9E0E-4E25-A4D2-52B17CE33DC7}"/>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A clearer handoff to the TA</a:t>
            </a:r>
          </a:p>
        </p:txBody>
      </p:sp>
      <p:sp>
        <p:nvSpPr>
          <p:cNvPr id="2" name="">
            <a:extLst xmlns:a="http://schemas.openxmlformats.org/drawingml/2006/main">
              <a:ext uri="{FF2B5EF4-FFF2-40B4-BE49-F238E27FC236}">
                <a16:creationId xmlns:a16="http://schemas.microsoft.com/office/drawing/2014/main" id="{8E865E29-14F7-4D68-B7E3-28B5F996F4AB}"/>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A4D3666-BB26-47B4-A7F1-3D230C8CCEF3}"/>
              </a:ext>
            </a:extLst>
          </p:cNvPr>
          <p:cNvSpPr>
            <a:spLocks xmlns:a="http://schemas.openxmlformats.org/drawingml/2006/main" noGrp="1"/>
          </p:cNvSpPr>
          <p:nvPr/>
        </p:nvSpPr>
        <p:spPr>
          <a:xfrm xmlns:a="http://schemas.openxmlformats.org/drawingml/2006/main">
            <a:off x="609600" y="1857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325" b="1">
                <a:solidFill>
                  <a:srgbClr val="CC0000"/>
                </a:solidFill>
                <a:latin typeface="Arial"/>
                <a:ea typeface="Arial"/>
                <a:cs typeface="Arial"/>
              </a:defRPr>
            </a:defPPr>
            <a:lvl1pPr>
              <a:defRPr sz="2325" b="1">
                <a:solidFill>
                  <a:srgbClr val="CC0000"/>
                </a:solidFill>
                <a:latin typeface="Arial"/>
                <a:ea typeface="Arial"/>
                <a:cs typeface="Arial"/>
              </a:defRPr>
            </a:lvl1pPr>
            <a:lvl2pPr>
              <a:defRPr sz="2325" b="1">
                <a:solidFill>
                  <a:srgbClr val="CC0000"/>
                </a:solidFill>
                <a:latin typeface="Arial"/>
                <a:ea typeface="Arial"/>
                <a:cs typeface="Arial"/>
              </a:defRPr>
            </a:lvl2pPr>
            <a:lvl3pPr>
              <a:defRPr sz="2325" b="1">
                <a:solidFill>
                  <a:srgbClr val="CC0000"/>
                </a:solidFill>
                <a:latin typeface="Arial"/>
                <a:ea typeface="Arial"/>
                <a:cs typeface="Arial"/>
              </a:defRPr>
            </a:lvl3pPr>
            <a:lvl4pPr>
              <a:defRPr sz="2325" b="1">
                <a:solidFill>
                  <a:srgbClr val="CC0000"/>
                </a:solidFill>
                <a:latin typeface="Arial"/>
                <a:ea typeface="Arial"/>
                <a:cs typeface="Arial"/>
              </a:defRPr>
            </a:lvl4pPr>
            <a:lvl5pPr>
              <a:defRPr sz="2325" b="1">
                <a:solidFill>
                  <a:srgbClr val="CC0000"/>
                </a:solidFill>
                <a:latin typeface="Arial"/>
                <a:ea typeface="Arial"/>
                <a:cs typeface="Arial"/>
              </a:defRPr>
            </a:lvl5pPr>
            <a:lvl6pPr>
              <a:defRPr sz="2325" b="1">
                <a:solidFill>
                  <a:srgbClr val="CC0000"/>
                </a:solidFill>
                <a:latin typeface="Arial"/>
                <a:ea typeface="Arial"/>
                <a:cs typeface="Arial"/>
              </a:defRPr>
            </a:lvl6pPr>
            <a:lvl7pPr>
              <a:defRPr sz="2325" b="1">
                <a:solidFill>
                  <a:srgbClr val="CC0000"/>
                </a:solidFill>
                <a:latin typeface="Arial"/>
                <a:ea typeface="Arial"/>
                <a:cs typeface="Arial"/>
              </a:defRPr>
            </a:lvl7pPr>
            <a:lvl8pPr>
              <a:defRPr sz="2325" b="1">
                <a:solidFill>
                  <a:srgbClr val="CC0000"/>
                </a:solidFill>
                <a:latin typeface="Arial"/>
                <a:ea typeface="Arial"/>
                <a:cs typeface="Arial"/>
              </a:defRPr>
            </a:lvl8pPr>
            <a:lvl9pPr>
              <a:defRPr sz="2325" b="1">
                <a:solidFill>
                  <a:srgbClr val="CC0000"/>
                </a:solidFill>
                <a:latin typeface="Arial"/>
                <a:ea typeface="Arial"/>
                <a:cs typeface="Arial"/>
              </a:defRPr>
            </a:lvl9pPr>
          </a:lstStyle>
          <a:p xmlns:a="http://schemas.openxmlformats.org/drawingml/2006/main">
            <a:pPr>
              <a:defRPr sz="2325" b="1">
                <a:solidFill>
                  <a:srgbClr val="CC0000"/>
                </a:solidFill>
                <a:latin typeface="Arial"/>
                <a:ea typeface="Arial"/>
                <a:cs typeface="Arial"/>
              </a:defRPr>
            </a:pPr>
            <a:r>
              <a:rPr sz="2325" b="1">
                <a:solidFill>
                  <a:srgbClr val="CC0000"/>
                </a:solidFill>
                <a:latin typeface="Arial"/>
                <a:ea typeface="Arial"/>
                <a:cs typeface="Arial"/>
              </a:rPr>
              <a:t>A nudge when progress stalls</a:t>
            </a:r>
          </a:p>
        </p:txBody>
      </p:sp>
      <p:pic>
        <p:nvPicPr>
          <p:cNvPr id="4" name="">
            <a:extLst xmlns:a="http://schemas.openxmlformats.org/drawingml/2006/main">
              <a:ext uri="{FF2B5EF4-FFF2-40B4-BE49-F238E27FC236}">
                <a16:creationId xmlns:a16="http://schemas.microsoft.com/office/drawing/2014/main" id="{4A5A2439-DBBF-4778-A174-CC913520C8D0}"/>
              </a:ext>
            </a:extLst>
          </p:cNvPr>
          <p:cNvPicPr>
            <a:picLocks xmlns:a="http://schemas.openxmlformats.org/drawingml/2006/main" noChangeAspect="1"/>
          </p:cNvPicPr>
          <p:nvPr/>
        </p:nvPicPr>
        <p:blipFill>
          <a:blip xmlns:r="http://schemas.openxmlformats.org/officeDocument/2006/relationships" xmlns:a="http://schemas.openxmlformats.org/drawingml/2006/main" r:embed="R952fe16742844923"/>
          <a:stretch xmlns:a="http://schemas.openxmlformats.org/drawingml/2006/main"/>
        </p:blipFill>
        <p:spPr>
          <a:xfrm xmlns:a="http://schemas.openxmlformats.org/drawingml/2006/main">
            <a:off x="2143072" y="2524125"/>
            <a:ext cx="7696305" cy="3571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C063BF-28C9-48C9-A8EB-2CAF65DDE47F}"/>
              </a:ext>
            </a:extLst>
          </p:cNvPr>
          <p:cNvSpPr>
            <a:spLocks xmlns:a="http://schemas.openxmlformats.org/drawingml/2006/main" noGrp="1"/>
          </p:cNvSpPr>
          <p:nvPr/>
        </p:nvSpPr>
        <p:spPr>
          <a:xfrm xmlns:a="http://schemas.openxmlformats.org/drawingml/2006/main">
            <a:off x="609600" y="61912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595959"/>
                </a:solidFill>
                <a:latin typeface="Arial"/>
                <a:ea typeface="Arial"/>
                <a:cs typeface="Arial"/>
              </a:defRPr>
            </a:defPPr>
            <a:lvl1pPr>
              <a:defRPr sz="1350" b="0">
                <a:solidFill>
                  <a:srgbClr val="595959"/>
                </a:solidFill>
                <a:latin typeface="Arial"/>
                <a:ea typeface="Arial"/>
                <a:cs typeface="Arial"/>
              </a:defRPr>
            </a:lvl1pPr>
            <a:lvl2pPr>
              <a:defRPr sz="1350" b="0">
                <a:solidFill>
                  <a:srgbClr val="595959"/>
                </a:solidFill>
                <a:latin typeface="Arial"/>
                <a:ea typeface="Arial"/>
                <a:cs typeface="Arial"/>
              </a:defRPr>
            </a:lvl2pPr>
            <a:lvl3pPr>
              <a:defRPr sz="1350" b="0">
                <a:solidFill>
                  <a:srgbClr val="595959"/>
                </a:solidFill>
                <a:latin typeface="Arial"/>
                <a:ea typeface="Arial"/>
                <a:cs typeface="Arial"/>
              </a:defRPr>
            </a:lvl3pPr>
            <a:lvl4pPr>
              <a:defRPr sz="1350" b="0">
                <a:solidFill>
                  <a:srgbClr val="595959"/>
                </a:solidFill>
                <a:latin typeface="Arial"/>
                <a:ea typeface="Arial"/>
                <a:cs typeface="Arial"/>
              </a:defRPr>
            </a:lvl4pPr>
            <a:lvl5pPr>
              <a:defRPr sz="1350" b="0">
                <a:solidFill>
                  <a:srgbClr val="595959"/>
                </a:solidFill>
                <a:latin typeface="Arial"/>
                <a:ea typeface="Arial"/>
                <a:cs typeface="Arial"/>
              </a:defRPr>
            </a:lvl5pPr>
            <a:lvl6pPr>
              <a:defRPr sz="1350" b="0">
                <a:solidFill>
                  <a:srgbClr val="595959"/>
                </a:solidFill>
                <a:latin typeface="Arial"/>
                <a:ea typeface="Arial"/>
                <a:cs typeface="Arial"/>
              </a:defRPr>
            </a:lvl6pPr>
            <a:lvl7pPr>
              <a:defRPr sz="1350" b="0">
                <a:solidFill>
                  <a:srgbClr val="595959"/>
                </a:solidFill>
                <a:latin typeface="Arial"/>
                <a:ea typeface="Arial"/>
                <a:cs typeface="Arial"/>
              </a:defRPr>
            </a:lvl7pPr>
            <a:lvl8pPr>
              <a:defRPr sz="1350" b="0">
                <a:solidFill>
                  <a:srgbClr val="595959"/>
                </a:solidFill>
                <a:latin typeface="Arial"/>
                <a:ea typeface="Arial"/>
                <a:cs typeface="Arial"/>
              </a:defRPr>
            </a:lvl8pPr>
            <a:lvl9pPr>
              <a:defRPr sz="1350" b="0">
                <a:solidFill>
                  <a:srgbClr val="595959"/>
                </a:solidFill>
                <a:latin typeface="Arial"/>
                <a:ea typeface="Arial"/>
                <a:cs typeface="Arial"/>
              </a:defRPr>
            </a:lvl9pPr>
          </a:lstStyle>
          <a:p xmlns:a="http://schemas.openxmlformats.org/drawingml/2006/main">
            <a:pPr>
              <a:defRPr sz="1350" b="0">
                <a:solidFill>
                  <a:srgbClr val="595959"/>
                </a:solidFill>
                <a:latin typeface="Arial"/>
                <a:ea typeface="Arial"/>
                <a:cs typeface="Arial"/>
              </a:defRPr>
            </a:pPr>
            <a:r>
              <a:rPr sz="1350" b="0">
                <a:solidFill>
                  <a:srgbClr val="595959"/>
                </a:solidFill>
                <a:latin typeface="Arial"/>
                <a:ea typeface="Arial"/>
                <a:cs typeface="Arial"/>
              </a:rPr>
              <a:t>Cropped native macOS demo fixture</a:t>
            </a:r>
          </a:p>
        </p:txBody>
      </p:sp>
    </p:spTree>
    <p:extLst>
      <p:ext uri="{BB962C8B-B14F-4D97-AF65-F5344CB8AC3E}">
        <p14:creationId xmlns:p14="http://schemas.microsoft.com/office/powerpoint/2010/main" val="4463854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9581AF-D800-4F2D-9339-369D85F75DC6}"/>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Course changes stay with the work</a:t>
            </a:r>
          </a:p>
        </p:txBody>
      </p:sp>
      <p:sp>
        <p:nvSpPr>
          <p:cNvPr id="2" name="">
            <a:extLst xmlns:a="http://schemas.openxmlformats.org/drawingml/2006/main">
              <a:ext uri="{FF2B5EF4-FFF2-40B4-BE49-F238E27FC236}">
                <a16:creationId xmlns:a16="http://schemas.microsoft.com/office/drawing/2014/main" id="{D9C66867-C920-4046-96D7-FFB4D5D2C28B}"/>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41C304C2-774C-41C6-AA0C-275119B45F15}"/>
              </a:ext>
            </a:extLst>
          </p:cNvPr>
          <p:cNvPicPr>
            <a:picLocks xmlns:a="http://schemas.openxmlformats.org/drawingml/2006/main" noChangeAspect="1"/>
          </p:cNvPicPr>
          <p:nvPr/>
        </p:nvPicPr>
        <p:blipFill>
          <a:blip xmlns:r="http://schemas.openxmlformats.org/officeDocument/2006/relationships" xmlns:a="http://schemas.openxmlformats.org/drawingml/2006/main" r:embed="R1ebb45d51fc24388"/>
          <a:stretch xmlns:a="http://schemas.openxmlformats.org/drawingml/2006/main"/>
        </p:blipFill>
        <p:spPr>
          <a:xfrm xmlns:a="http://schemas.openxmlformats.org/drawingml/2006/main">
            <a:off x="609600" y="1819751"/>
            <a:ext cx="7429500" cy="375189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252AD7-6BCE-4190-AB67-B003BC713811}"/>
              </a:ext>
            </a:extLst>
          </p:cNvPr>
          <p:cNvSpPr>
            <a:spLocks xmlns:a="http://schemas.openxmlformats.org/drawingml/2006/main" noGrp="1"/>
          </p:cNvSpPr>
          <p:nvPr/>
        </p:nvSpPr>
        <p:spPr>
          <a:xfrm xmlns:a="http://schemas.openxmlformats.org/drawingml/2006/main">
            <a:off x="8667750" y="19526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325" b="1">
                <a:solidFill>
                  <a:srgbClr val="CC0000"/>
                </a:solidFill>
                <a:latin typeface="Arial"/>
                <a:ea typeface="Arial"/>
                <a:cs typeface="Arial"/>
              </a:defRPr>
            </a:defPPr>
            <a:lvl1pPr>
              <a:defRPr sz="2325" b="1">
                <a:solidFill>
                  <a:srgbClr val="CC0000"/>
                </a:solidFill>
                <a:latin typeface="Arial"/>
                <a:ea typeface="Arial"/>
                <a:cs typeface="Arial"/>
              </a:defRPr>
            </a:lvl1pPr>
            <a:lvl2pPr>
              <a:defRPr sz="2325" b="1">
                <a:solidFill>
                  <a:srgbClr val="CC0000"/>
                </a:solidFill>
                <a:latin typeface="Arial"/>
                <a:ea typeface="Arial"/>
                <a:cs typeface="Arial"/>
              </a:defRPr>
            </a:lvl2pPr>
            <a:lvl3pPr>
              <a:defRPr sz="2325" b="1">
                <a:solidFill>
                  <a:srgbClr val="CC0000"/>
                </a:solidFill>
                <a:latin typeface="Arial"/>
                <a:ea typeface="Arial"/>
                <a:cs typeface="Arial"/>
              </a:defRPr>
            </a:lvl3pPr>
            <a:lvl4pPr>
              <a:defRPr sz="2325" b="1">
                <a:solidFill>
                  <a:srgbClr val="CC0000"/>
                </a:solidFill>
                <a:latin typeface="Arial"/>
                <a:ea typeface="Arial"/>
                <a:cs typeface="Arial"/>
              </a:defRPr>
            </a:lvl4pPr>
            <a:lvl5pPr>
              <a:defRPr sz="2325" b="1">
                <a:solidFill>
                  <a:srgbClr val="CC0000"/>
                </a:solidFill>
                <a:latin typeface="Arial"/>
                <a:ea typeface="Arial"/>
                <a:cs typeface="Arial"/>
              </a:defRPr>
            </a:lvl5pPr>
            <a:lvl6pPr>
              <a:defRPr sz="2325" b="1">
                <a:solidFill>
                  <a:srgbClr val="CC0000"/>
                </a:solidFill>
                <a:latin typeface="Arial"/>
                <a:ea typeface="Arial"/>
                <a:cs typeface="Arial"/>
              </a:defRPr>
            </a:lvl6pPr>
            <a:lvl7pPr>
              <a:defRPr sz="2325" b="1">
                <a:solidFill>
                  <a:srgbClr val="CC0000"/>
                </a:solidFill>
                <a:latin typeface="Arial"/>
                <a:ea typeface="Arial"/>
                <a:cs typeface="Arial"/>
              </a:defRPr>
            </a:lvl7pPr>
            <a:lvl8pPr>
              <a:defRPr sz="2325" b="1">
                <a:solidFill>
                  <a:srgbClr val="CC0000"/>
                </a:solidFill>
                <a:latin typeface="Arial"/>
                <a:ea typeface="Arial"/>
                <a:cs typeface="Arial"/>
              </a:defRPr>
            </a:lvl8pPr>
            <a:lvl9pPr>
              <a:defRPr sz="2325" b="1">
                <a:solidFill>
                  <a:srgbClr val="CC0000"/>
                </a:solidFill>
                <a:latin typeface="Arial"/>
                <a:ea typeface="Arial"/>
                <a:cs typeface="Arial"/>
              </a:defRPr>
            </a:lvl9pPr>
          </a:lstStyle>
          <a:p xmlns:a="http://schemas.openxmlformats.org/drawingml/2006/main">
            <a:pPr>
              <a:defRPr sz="2325" b="1">
                <a:solidFill>
                  <a:srgbClr val="CC0000"/>
                </a:solidFill>
                <a:latin typeface="Arial"/>
                <a:ea typeface="Arial"/>
                <a:cs typeface="Arial"/>
              </a:defRPr>
            </a:pPr>
            <a:r>
              <a:rPr sz="2325" b="1">
                <a:solidFill>
                  <a:srgbClr val="CC0000"/>
                </a:solidFill>
                <a:latin typeface="Arial"/>
                <a:ea typeface="Arial"/>
                <a:cs typeface="Arial"/>
              </a:rPr>
              <a:t>New material</a:t>
            </a:r>
          </a:p>
          <a:p xmlns:a="http://schemas.openxmlformats.org/drawingml/2006/main">
            <a:pPr>
              <a:defRPr sz="2325" b="1">
                <a:solidFill>
                  <a:srgbClr val="CC0000"/>
                </a:solidFill>
                <a:latin typeface="Arial"/>
                <a:ea typeface="Arial"/>
                <a:cs typeface="Arial"/>
              </a:defRPr>
            </a:pPr>
            <a:r>
              <a:rPr sz="2325" b="1">
                <a:solidFill>
                  <a:srgbClr val="CC0000"/>
                </a:solidFill>
                <a:latin typeface="Arial"/>
                <a:ea typeface="Arial"/>
                <a:cs typeface="Arial"/>
              </a:rPr>
              <a:t>and changed specs</a:t>
            </a:r>
          </a:p>
        </p:txBody>
      </p:sp>
      <p:sp>
        <p:nvSpPr>
          <p:cNvPr id="5" name="">
            <a:extLst xmlns:a="http://schemas.openxmlformats.org/drawingml/2006/main">
              <a:ext uri="{FF2B5EF4-FFF2-40B4-BE49-F238E27FC236}">
                <a16:creationId xmlns:a16="http://schemas.microsoft.com/office/drawing/2014/main" id="{B247039C-FF6C-4086-88B5-574BFAE56F12}"/>
              </a:ext>
            </a:extLst>
          </p:cNvPr>
          <p:cNvSpPr>
            <a:spLocks xmlns:a="http://schemas.openxmlformats.org/drawingml/2006/main" noGrp="1"/>
          </p:cNvSpPr>
          <p:nvPr/>
        </p:nvSpPr>
        <p:spPr>
          <a:xfrm xmlns:a="http://schemas.openxmlformats.org/drawingml/2006/main">
            <a:off x="8667750" y="3381375"/>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025" b="0">
                <a:solidFill>
                  <a:srgbClr val="000000"/>
                </a:solidFill>
                <a:latin typeface="Arial"/>
                <a:ea typeface="Arial"/>
                <a:cs typeface="Arial"/>
              </a:defRPr>
            </a:defPPr>
            <a:lvl1pPr>
              <a:defRPr sz="2025" b="0">
                <a:solidFill>
                  <a:srgbClr val="000000"/>
                </a:solidFill>
                <a:latin typeface="Arial"/>
                <a:ea typeface="Arial"/>
                <a:cs typeface="Arial"/>
              </a:defRPr>
            </a:lvl1pPr>
            <a:lvl2pPr>
              <a:defRPr sz="2025" b="0">
                <a:solidFill>
                  <a:srgbClr val="000000"/>
                </a:solidFill>
                <a:latin typeface="Arial"/>
                <a:ea typeface="Arial"/>
                <a:cs typeface="Arial"/>
              </a:defRPr>
            </a:lvl2pPr>
            <a:lvl3pPr>
              <a:defRPr sz="2025" b="0">
                <a:solidFill>
                  <a:srgbClr val="000000"/>
                </a:solidFill>
                <a:latin typeface="Arial"/>
                <a:ea typeface="Arial"/>
                <a:cs typeface="Arial"/>
              </a:defRPr>
            </a:lvl3pPr>
            <a:lvl4pPr>
              <a:defRPr sz="2025" b="0">
                <a:solidFill>
                  <a:srgbClr val="000000"/>
                </a:solidFill>
                <a:latin typeface="Arial"/>
                <a:ea typeface="Arial"/>
                <a:cs typeface="Arial"/>
              </a:defRPr>
            </a:lvl4pPr>
            <a:lvl5pPr>
              <a:defRPr sz="2025" b="0">
                <a:solidFill>
                  <a:srgbClr val="000000"/>
                </a:solidFill>
                <a:latin typeface="Arial"/>
                <a:ea typeface="Arial"/>
                <a:cs typeface="Arial"/>
              </a:defRPr>
            </a:lvl5pPr>
            <a:lvl6pPr>
              <a:defRPr sz="2025" b="0">
                <a:solidFill>
                  <a:srgbClr val="000000"/>
                </a:solidFill>
                <a:latin typeface="Arial"/>
                <a:ea typeface="Arial"/>
                <a:cs typeface="Arial"/>
              </a:defRPr>
            </a:lvl6pPr>
            <a:lvl7pPr>
              <a:defRPr sz="2025" b="0">
                <a:solidFill>
                  <a:srgbClr val="000000"/>
                </a:solidFill>
                <a:latin typeface="Arial"/>
                <a:ea typeface="Arial"/>
                <a:cs typeface="Arial"/>
              </a:defRPr>
            </a:lvl7pPr>
            <a:lvl8pPr>
              <a:defRPr sz="2025" b="0">
                <a:solidFill>
                  <a:srgbClr val="000000"/>
                </a:solidFill>
                <a:latin typeface="Arial"/>
                <a:ea typeface="Arial"/>
                <a:cs typeface="Arial"/>
              </a:defRPr>
            </a:lvl8pPr>
            <a:lvl9pPr>
              <a:defRPr sz="2025" b="0">
                <a:solidFill>
                  <a:srgbClr val="000000"/>
                </a:solidFill>
                <a:latin typeface="Arial"/>
                <a:ea typeface="Arial"/>
                <a:cs typeface="Arial"/>
              </a:defRPr>
            </a:lvl9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Summaries and deadlines</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remain in the course library.</a:t>
            </a:r>
          </a:p>
        </p:txBody>
      </p:sp>
      <p:sp>
        <p:nvSpPr>
          <p:cNvPr id="6" name="">
            <a:extLst xmlns:a="http://schemas.openxmlformats.org/drawingml/2006/main">
              <a:ext uri="{FF2B5EF4-FFF2-40B4-BE49-F238E27FC236}">
                <a16:creationId xmlns:a16="http://schemas.microsoft.com/office/drawing/2014/main" id="{BC81CDDC-598B-43A4-AD3A-5D099351D05E}"/>
              </a:ext>
            </a:extLst>
          </p:cNvPr>
          <p:cNvSpPr>
            <a:spLocks xmlns:a="http://schemas.openxmlformats.org/drawingml/2006/main" noGrp="1"/>
          </p:cNvSpPr>
          <p:nvPr/>
        </p:nvSpPr>
        <p:spPr>
          <a:xfrm xmlns:a="http://schemas.openxmlformats.org/drawingml/2006/main">
            <a:off x="609600" y="57435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025" b="0">
                <a:solidFill>
                  <a:srgbClr val="000000"/>
                </a:solidFill>
                <a:latin typeface="Arial"/>
                <a:ea typeface="Arial"/>
                <a:cs typeface="Arial"/>
              </a:defRPr>
            </a:defPPr>
            <a:lvl1pPr>
              <a:defRPr sz="2025" b="0">
                <a:solidFill>
                  <a:srgbClr val="000000"/>
                </a:solidFill>
                <a:latin typeface="Arial"/>
                <a:ea typeface="Arial"/>
                <a:cs typeface="Arial"/>
              </a:defRPr>
            </a:lvl1pPr>
            <a:lvl2pPr>
              <a:defRPr sz="2025" b="0">
                <a:solidFill>
                  <a:srgbClr val="000000"/>
                </a:solidFill>
                <a:latin typeface="Arial"/>
                <a:ea typeface="Arial"/>
                <a:cs typeface="Arial"/>
              </a:defRPr>
            </a:lvl2pPr>
            <a:lvl3pPr>
              <a:defRPr sz="2025" b="0">
                <a:solidFill>
                  <a:srgbClr val="000000"/>
                </a:solidFill>
                <a:latin typeface="Arial"/>
                <a:ea typeface="Arial"/>
                <a:cs typeface="Arial"/>
              </a:defRPr>
            </a:lvl3pPr>
            <a:lvl4pPr>
              <a:defRPr sz="2025" b="0">
                <a:solidFill>
                  <a:srgbClr val="000000"/>
                </a:solidFill>
                <a:latin typeface="Arial"/>
                <a:ea typeface="Arial"/>
                <a:cs typeface="Arial"/>
              </a:defRPr>
            </a:lvl4pPr>
            <a:lvl5pPr>
              <a:defRPr sz="2025" b="0">
                <a:solidFill>
                  <a:srgbClr val="000000"/>
                </a:solidFill>
                <a:latin typeface="Arial"/>
                <a:ea typeface="Arial"/>
                <a:cs typeface="Arial"/>
              </a:defRPr>
            </a:lvl5pPr>
            <a:lvl6pPr>
              <a:defRPr sz="2025" b="0">
                <a:solidFill>
                  <a:srgbClr val="000000"/>
                </a:solidFill>
                <a:latin typeface="Arial"/>
                <a:ea typeface="Arial"/>
                <a:cs typeface="Arial"/>
              </a:defRPr>
            </a:lvl6pPr>
            <a:lvl7pPr>
              <a:defRPr sz="2025" b="0">
                <a:solidFill>
                  <a:srgbClr val="000000"/>
                </a:solidFill>
                <a:latin typeface="Arial"/>
                <a:ea typeface="Arial"/>
                <a:cs typeface="Arial"/>
              </a:defRPr>
            </a:lvl7pPr>
            <a:lvl8pPr>
              <a:defRPr sz="2025" b="0">
                <a:solidFill>
                  <a:srgbClr val="000000"/>
                </a:solidFill>
                <a:latin typeface="Arial"/>
                <a:ea typeface="Arial"/>
                <a:cs typeface="Arial"/>
              </a:defRPr>
            </a:lvl8pPr>
            <a:lvl9pPr>
              <a:defRPr sz="2025" b="0">
                <a:solidFill>
                  <a:srgbClr val="000000"/>
                </a:solidFill>
                <a:latin typeface="Arial"/>
                <a:ea typeface="Arial"/>
                <a:cs typeface="Arial"/>
              </a:defRPr>
            </a:lvl9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Canvas import now supports instructions, links, and due dates.</a:t>
            </a:r>
          </a:p>
        </p:txBody>
      </p:sp>
      <p:sp>
        <p:nvSpPr>
          <p:cNvPr id="7" name="">
            <a:extLst xmlns:a="http://schemas.openxmlformats.org/drawingml/2006/main">
              <a:ext uri="{FF2B5EF4-FFF2-40B4-BE49-F238E27FC236}">
                <a16:creationId xmlns:a16="http://schemas.microsoft.com/office/drawing/2014/main" id="{C57B69CF-11B5-4C85-B7EE-31E30EB357C7}"/>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595959"/>
                </a:solidFill>
                <a:latin typeface="Arial"/>
                <a:ea typeface="Arial"/>
                <a:cs typeface="Arial"/>
              </a:defRPr>
            </a:defPPr>
            <a:lvl1pPr>
              <a:defRPr sz="1350" b="0">
                <a:solidFill>
                  <a:srgbClr val="595959"/>
                </a:solidFill>
                <a:latin typeface="Arial"/>
                <a:ea typeface="Arial"/>
                <a:cs typeface="Arial"/>
              </a:defRPr>
            </a:lvl1pPr>
            <a:lvl2pPr>
              <a:defRPr sz="1350" b="0">
                <a:solidFill>
                  <a:srgbClr val="595959"/>
                </a:solidFill>
                <a:latin typeface="Arial"/>
                <a:ea typeface="Arial"/>
                <a:cs typeface="Arial"/>
              </a:defRPr>
            </a:lvl2pPr>
            <a:lvl3pPr>
              <a:defRPr sz="1350" b="0">
                <a:solidFill>
                  <a:srgbClr val="595959"/>
                </a:solidFill>
                <a:latin typeface="Arial"/>
                <a:ea typeface="Arial"/>
                <a:cs typeface="Arial"/>
              </a:defRPr>
            </a:lvl3pPr>
            <a:lvl4pPr>
              <a:defRPr sz="1350" b="0">
                <a:solidFill>
                  <a:srgbClr val="595959"/>
                </a:solidFill>
                <a:latin typeface="Arial"/>
                <a:ea typeface="Arial"/>
                <a:cs typeface="Arial"/>
              </a:defRPr>
            </a:lvl4pPr>
            <a:lvl5pPr>
              <a:defRPr sz="1350" b="0">
                <a:solidFill>
                  <a:srgbClr val="595959"/>
                </a:solidFill>
                <a:latin typeface="Arial"/>
                <a:ea typeface="Arial"/>
                <a:cs typeface="Arial"/>
              </a:defRPr>
            </a:lvl5pPr>
            <a:lvl6pPr>
              <a:defRPr sz="1350" b="0">
                <a:solidFill>
                  <a:srgbClr val="595959"/>
                </a:solidFill>
                <a:latin typeface="Arial"/>
                <a:ea typeface="Arial"/>
                <a:cs typeface="Arial"/>
              </a:defRPr>
            </a:lvl6pPr>
            <a:lvl7pPr>
              <a:defRPr sz="1350" b="0">
                <a:solidFill>
                  <a:srgbClr val="595959"/>
                </a:solidFill>
                <a:latin typeface="Arial"/>
                <a:ea typeface="Arial"/>
                <a:cs typeface="Arial"/>
              </a:defRPr>
            </a:lvl7pPr>
            <a:lvl8pPr>
              <a:defRPr sz="1350" b="0">
                <a:solidFill>
                  <a:srgbClr val="595959"/>
                </a:solidFill>
                <a:latin typeface="Arial"/>
                <a:ea typeface="Arial"/>
                <a:cs typeface="Arial"/>
              </a:defRPr>
            </a:lvl8pPr>
            <a:lvl9pPr>
              <a:defRPr sz="1350" b="0">
                <a:solidFill>
                  <a:srgbClr val="595959"/>
                </a:solidFill>
                <a:latin typeface="Arial"/>
                <a:ea typeface="Arial"/>
                <a:cs typeface="Arial"/>
              </a:defRPr>
            </a:lvl9pPr>
          </a:lstStyle>
          <a:p xmlns:a="http://schemas.openxmlformats.org/drawingml/2006/main">
            <a:pPr>
              <a:defRPr sz="1350" b="0">
                <a:solidFill>
                  <a:srgbClr val="595959"/>
                </a:solidFill>
                <a:latin typeface="Arial"/>
                <a:ea typeface="Arial"/>
                <a:cs typeface="Arial"/>
              </a:defRPr>
            </a:pPr>
            <a:r>
              <a:rPr sz="1350" b="0">
                <a:solidFill>
                  <a:srgbClr val="595959"/>
                </a:solidFill>
                <a:latin typeface="Arial"/>
                <a:ea typeface="Arial"/>
                <a:cs typeface="Arial"/>
              </a:rPr>
              <a:t>Sample course shown. Canvas imports do not create test workspaces automatically.</a:t>
            </a:r>
          </a:p>
        </p:txBody>
      </p:sp>
    </p:spTree>
    <p:extLst>
      <p:ext uri="{BB962C8B-B14F-4D97-AF65-F5344CB8AC3E}">
        <p14:creationId xmlns:p14="http://schemas.microsoft.com/office/powerpoint/2010/main" val="14309484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8F10E3-AFB7-4399-99A5-9FE8D9B1DAB4}"/>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Schedules built from actual constraints</a:t>
            </a:r>
          </a:p>
        </p:txBody>
      </p:sp>
      <p:sp>
        <p:nvSpPr>
          <p:cNvPr id="2" name="">
            <a:extLst xmlns:a="http://schemas.openxmlformats.org/drawingml/2006/main">
              <a:ext uri="{FF2B5EF4-FFF2-40B4-BE49-F238E27FC236}">
                <a16:creationId xmlns:a16="http://schemas.microsoft.com/office/drawing/2014/main" id="{C25BADD9-889D-4823-BB38-617B7D33890F}"/>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5C9D9B2-DE7F-4158-8FAA-6C7FBD0F74DF}"/>
              </a:ext>
            </a:extLst>
          </p:cNvPr>
          <p:cNvSpPr>
            <a:spLocks xmlns:a="http://schemas.openxmlformats.org/drawingml/2006/main" noGrp="1"/>
          </p:cNvSpPr>
          <p:nvPr/>
        </p:nvSpPr>
        <p:spPr>
          <a:xfrm xmlns:a="http://schemas.openxmlformats.org/drawingml/2006/main">
            <a:off x="609600" y="2038350"/>
            <a:ext cx="5238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75" b="1">
                <a:solidFill>
                  <a:srgbClr val="CC0000"/>
                </a:solidFill>
                <a:latin typeface="Arial"/>
                <a:ea typeface="Arial"/>
                <a:cs typeface="Arial"/>
              </a:defRPr>
            </a:defPPr>
            <a:lvl1pPr>
              <a:defRPr sz="2775" b="1">
                <a:solidFill>
                  <a:srgbClr val="CC0000"/>
                </a:solidFill>
                <a:latin typeface="Arial"/>
                <a:ea typeface="Arial"/>
                <a:cs typeface="Arial"/>
              </a:defRPr>
            </a:lvl1pPr>
            <a:lvl2pPr>
              <a:defRPr sz="2775" b="1">
                <a:solidFill>
                  <a:srgbClr val="CC0000"/>
                </a:solidFill>
                <a:latin typeface="Arial"/>
                <a:ea typeface="Arial"/>
                <a:cs typeface="Arial"/>
              </a:defRPr>
            </a:lvl2pPr>
            <a:lvl3pPr>
              <a:defRPr sz="2775" b="1">
                <a:solidFill>
                  <a:srgbClr val="CC0000"/>
                </a:solidFill>
                <a:latin typeface="Arial"/>
                <a:ea typeface="Arial"/>
                <a:cs typeface="Arial"/>
              </a:defRPr>
            </a:lvl3pPr>
            <a:lvl4pPr>
              <a:defRPr sz="2775" b="1">
                <a:solidFill>
                  <a:srgbClr val="CC0000"/>
                </a:solidFill>
                <a:latin typeface="Arial"/>
                <a:ea typeface="Arial"/>
                <a:cs typeface="Arial"/>
              </a:defRPr>
            </a:lvl4pPr>
            <a:lvl5pPr>
              <a:defRPr sz="2775" b="1">
                <a:solidFill>
                  <a:srgbClr val="CC0000"/>
                </a:solidFill>
                <a:latin typeface="Arial"/>
                <a:ea typeface="Arial"/>
                <a:cs typeface="Arial"/>
              </a:defRPr>
            </a:lvl5pPr>
            <a:lvl6pPr>
              <a:defRPr sz="2775" b="1">
                <a:solidFill>
                  <a:srgbClr val="CC0000"/>
                </a:solidFill>
                <a:latin typeface="Arial"/>
                <a:ea typeface="Arial"/>
                <a:cs typeface="Arial"/>
              </a:defRPr>
            </a:lvl6pPr>
            <a:lvl7pPr>
              <a:defRPr sz="2775" b="1">
                <a:solidFill>
                  <a:srgbClr val="CC0000"/>
                </a:solidFill>
                <a:latin typeface="Arial"/>
                <a:ea typeface="Arial"/>
                <a:cs typeface="Arial"/>
              </a:defRPr>
            </a:lvl7pPr>
            <a:lvl8pPr>
              <a:defRPr sz="2775" b="1">
                <a:solidFill>
                  <a:srgbClr val="CC0000"/>
                </a:solidFill>
                <a:latin typeface="Arial"/>
                <a:ea typeface="Arial"/>
                <a:cs typeface="Arial"/>
              </a:defRPr>
            </a:lvl8pPr>
            <a:lvl9pPr>
              <a:defRPr sz="2775" b="1">
                <a:solidFill>
                  <a:srgbClr val="CC0000"/>
                </a:solidFill>
                <a:latin typeface="Arial"/>
                <a:ea typeface="Arial"/>
                <a:cs typeface="Arial"/>
              </a:defRPr>
            </a:lvl9pPr>
          </a:lstStyle>
          <a:p xmlns:a="http://schemas.openxmlformats.org/drawingml/2006/main">
            <a:pPr>
              <a:defRPr sz="2775" b="1">
                <a:solidFill>
                  <a:srgbClr val="CC0000"/>
                </a:solidFill>
                <a:latin typeface="Arial"/>
                <a:ea typeface="Arial"/>
                <a:cs typeface="Arial"/>
              </a:defRPr>
            </a:pPr>
            <a:r>
              <a:rPr sz="2775" b="1">
                <a:solidFill>
                  <a:srgbClr val="CC0000"/>
                </a:solidFill>
                <a:latin typeface="Arial"/>
                <a:ea typeface="Arial"/>
                <a:cs typeface="Arial"/>
              </a:rPr>
              <a:t>“No 8 AMs.</a:t>
            </a:r>
          </a:p>
          <a:p xmlns:a="http://schemas.openxmlformats.org/drawingml/2006/main">
            <a:pPr>
              <a:defRPr sz="2775" b="1">
                <a:solidFill>
                  <a:srgbClr val="CC0000"/>
                </a:solidFill>
                <a:latin typeface="Arial"/>
                <a:ea typeface="Arial"/>
                <a:cs typeface="Arial"/>
              </a:defRPr>
            </a:pPr>
            <a:r>
              <a:rPr sz="2775" b="1">
                <a:solidFill>
                  <a:srgbClr val="CC0000"/>
                </a:solidFill>
                <a:latin typeface="Arial"/>
                <a:ea typeface="Arial"/>
                <a:cs typeface="Arial"/>
              </a:rPr>
              <a:t>I work Tuesday and</a:t>
            </a:r>
          </a:p>
          <a:p xmlns:a="http://schemas.openxmlformats.org/drawingml/2006/main">
            <a:pPr>
              <a:defRPr sz="2775" b="1">
                <a:solidFill>
                  <a:srgbClr val="CC0000"/>
                </a:solidFill>
                <a:latin typeface="Arial"/>
                <a:ea typeface="Arial"/>
                <a:cs typeface="Arial"/>
              </a:defRPr>
            </a:pPr>
            <a:r>
              <a:rPr sz="2775" b="1">
                <a:solidFill>
                  <a:srgbClr val="CC0000"/>
                </a:solidFill>
                <a:latin typeface="Arial"/>
                <a:ea typeface="Arial"/>
                <a:cs typeface="Arial"/>
              </a:rPr>
              <a:t>Thursday afternoons.”</a:t>
            </a:r>
          </a:p>
        </p:txBody>
      </p:sp>
      <p:sp>
        <p:nvSpPr>
          <p:cNvPr id="4" name="">
            <a:extLst xmlns:a="http://schemas.openxmlformats.org/drawingml/2006/main">
              <a:ext uri="{FF2B5EF4-FFF2-40B4-BE49-F238E27FC236}">
                <a16:creationId xmlns:a16="http://schemas.microsoft.com/office/drawing/2014/main" id="{AB56E25D-38BC-485C-A34A-3C679B5B9626}"/>
              </a:ext>
            </a:extLst>
          </p:cNvPr>
          <p:cNvSpPr>
            <a:spLocks xmlns:a="http://schemas.openxmlformats.org/drawingml/2006/main" noGrp="1"/>
          </p:cNvSpPr>
          <p:nvPr/>
        </p:nvSpPr>
        <p:spPr>
          <a:xfrm xmlns:a="http://schemas.openxmlformats.org/drawingml/2006/main">
            <a:off x="609600" y="4076700"/>
            <a:ext cx="5334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025" b="0">
                <a:solidFill>
                  <a:srgbClr val="000000"/>
                </a:solidFill>
                <a:latin typeface="Arial"/>
                <a:ea typeface="Arial"/>
                <a:cs typeface="Arial"/>
              </a:defRPr>
            </a:defPPr>
            <a:lvl1pPr>
              <a:defRPr sz="2025" b="0">
                <a:solidFill>
                  <a:srgbClr val="000000"/>
                </a:solidFill>
                <a:latin typeface="Arial"/>
                <a:ea typeface="Arial"/>
                <a:cs typeface="Arial"/>
              </a:defRPr>
            </a:lvl1pPr>
            <a:lvl2pPr>
              <a:defRPr sz="2025" b="0">
                <a:solidFill>
                  <a:srgbClr val="000000"/>
                </a:solidFill>
                <a:latin typeface="Arial"/>
                <a:ea typeface="Arial"/>
                <a:cs typeface="Arial"/>
              </a:defRPr>
            </a:lvl2pPr>
            <a:lvl3pPr>
              <a:defRPr sz="2025" b="0">
                <a:solidFill>
                  <a:srgbClr val="000000"/>
                </a:solidFill>
                <a:latin typeface="Arial"/>
                <a:ea typeface="Arial"/>
                <a:cs typeface="Arial"/>
              </a:defRPr>
            </a:lvl3pPr>
            <a:lvl4pPr>
              <a:defRPr sz="2025" b="0">
                <a:solidFill>
                  <a:srgbClr val="000000"/>
                </a:solidFill>
                <a:latin typeface="Arial"/>
                <a:ea typeface="Arial"/>
                <a:cs typeface="Arial"/>
              </a:defRPr>
            </a:lvl4pPr>
            <a:lvl5pPr>
              <a:defRPr sz="2025" b="0">
                <a:solidFill>
                  <a:srgbClr val="000000"/>
                </a:solidFill>
                <a:latin typeface="Arial"/>
                <a:ea typeface="Arial"/>
                <a:cs typeface="Arial"/>
              </a:defRPr>
            </a:lvl5pPr>
            <a:lvl6pPr>
              <a:defRPr sz="2025" b="0">
                <a:solidFill>
                  <a:srgbClr val="000000"/>
                </a:solidFill>
                <a:latin typeface="Arial"/>
                <a:ea typeface="Arial"/>
                <a:cs typeface="Arial"/>
              </a:defRPr>
            </a:lvl6pPr>
            <a:lvl7pPr>
              <a:defRPr sz="2025" b="0">
                <a:solidFill>
                  <a:srgbClr val="000000"/>
                </a:solidFill>
                <a:latin typeface="Arial"/>
                <a:ea typeface="Arial"/>
                <a:cs typeface="Arial"/>
              </a:defRPr>
            </a:lvl7pPr>
            <a:lvl8pPr>
              <a:defRPr sz="2025" b="0">
                <a:solidFill>
                  <a:srgbClr val="000000"/>
                </a:solidFill>
                <a:latin typeface="Arial"/>
                <a:ea typeface="Arial"/>
                <a:cs typeface="Arial"/>
              </a:defRPr>
            </a:lvl8pPr>
            <a:lvl9pPr>
              <a:defRPr sz="2025" b="0">
                <a:solidFill>
                  <a:srgbClr val="000000"/>
                </a:solidFill>
                <a:latin typeface="Arial"/>
                <a:ea typeface="Arial"/>
                <a:cs typeface="Arial"/>
              </a:defRPr>
            </a:lvl9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Gemma parses the preferences.</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solver checks section conflicts.</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app shows remaining requirements.</a:t>
            </a:r>
          </a:p>
        </p:txBody>
      </p:sp>
      <p:pic>
        <p:nvPicPr>
          <p:cNvPr id="5" name="">
            <a:extLst xmlns:a="http://schemas.openxmlformats.org/drawingml/2006/main">
              <a:ext uri="{FF2B5EF4-FFF2-40B4-BE49-F238E27FC236}">
                <a16:creationId xmlns:a16="http://schemas.microsoft.com/office/drawing/2014/main" id="{AC99DEB6-F2C8-49B1-874B-D9B8E6406E4B}"/>
              </a:ext>
            </a:extLst>
          </p:cNvPr>
          <p:cNvPicPr>
            <a:picLocks xmlns:a="http://schemas.openxmlformats.org/drawingml/2006/main" noChangeAspect="1"/>
          </p:cNvPicPr>
          <p:nvPr/>
        </p:nvPicPr>
        <p:blipFill>
          <a:blip xmlns:r="http://schemas.openxmlformats.org/officeDocument/2006/relationships" xmlns:a="http://schemas.openxmlformats.org/drawingml/2006/main" r:embed="R7da769fce5304fa2"/>
          <a:stretch xmlns:a="http://schemas.openxmlformats.org/drawingml/2006/main"/>
        </p:blipFill>
        <p:spPr>
          <a:xfrm xmlns:a="http://schemas.openxmlformats.org/drawingml/2006/main">
            <a:off x="6324600" y="1798225"/>
            <a:ext cx="5257800" cy="406165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4AC0EE-C976-4520-8EE2-B53254E5B94F}"/>
              </a:ext>
            </a:extLst>
          </p:cNvPr>
          <p:cNvSpPr>
            <a:spLocks xmlns:a="http://schemas.openxmlformats.org/drawingml/2006/main" noGrp="1"/>
          </p:cNvSpPr>
          <p:nvPr/>
        </p:nvSpPr>
        <p:spPr>
          <a:xfrm xmlns:a="http://schemas.openxmlformats.org/drawingml/2006/main">
            <a:off x="6324600" y="61436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595959"/>
                </a:solidFill>
                <a:latin typeface="Arial"/>
                <a:ea typeface="Arial"/>
                <a:cs typeface="Arial"/>
              </a:defRPr>
            </a:defPPr>
            <a:lvl1pPr>
              <a:defRPr sz="1350" b="0">
                <a:solidFill>
                  <a:srgbClr val="595959"/>
                </a:solidFill>
                <a:latin typeface="Arial"/>
                <a:ea typeface="Arial"/>
                <a:cs typeface="Arial"/>
              </a:defRPr>
            </a:lvl1pPr>
            <a:lvl2pPr>
              <a:defRPr sz="1350" b="0">
                <a:solidFill>
                  <a:srgbClr val="595959"/>
                </a:solidFill>
                <a:latin typeface="Arial"/>
                <a:ea typeface="Arial"/>
                <a:cs typeface="Arial"/>
              </a:defRPr>
            </a:lvl2pPr>
            <a:lvl3pPr>
              <a:defRPr sz="1350" b="0">
                <a:solidFill>
                  <a:srgbClr val="595959"/>
                </a:solidFill>
                <a:latin typeface="Arial"/>
                <a:ea typeface="Arial"/>
                <a:cs typeface="Arial"/>
              </a:defRPr>
            </a:lvl3pPr>
            <a:lvl4pPr>
              <a:defRPr sz="1350" b="0">
                <a:solidFill>
                  <a:srgbClr val="595959"/>
                </a:solidFill>
                <a:latin typeface="Arial"/>
                <a:ea typeface="Arial"/>
                <a:cs typeface="Arial"/>
              </a:defRPr>
            </a:lvl4pPr>
            <a:lvl5pPr>
              <a:defRPr sz="1350" b="0">
                <a:solidFill>
                  <a:srgbClr val="595959"/>
                </a:solidFill>
                <a:latin typeface="Arial"/>
                <a:ea typeface="Arial"/>
                <a:cs typeface="Arial"/>
              </a:defRPr>
            </a:lvl5pPr>
            <a:lvl6pPr>
              <a:defRPr sz="1350" b="0">
                <a:solidFill>
                  <a:srgbClr val="595959"/>
                </a:solidFill>
                <a:latin typeface="Arial"/>
                <a:ea typeface="Arial"/>
                <a:cs typeface="Arial"/>
              </a:defRPr>
            </a:lvl6pPr>
            <a:lvl7pPr>
              <a:defRPr sz="1350" b="0">
                <a:solidFill>
                  <a:srgbClr val="595959"/>
                </a:solidFill>
                <a:latin typeface="Arial"/>
                <a:ea typeface="Arial"/>
                <a:cs typeface="Arial"/>
              </a:defRPr>
            </a:lvl7pPr>
            <a:lvl8pPr>
              <a:defRPr sz="1350" b="0">
                <a:solidFill>
                  <a:srgbClr val="595959"/>
                </a:solidFill>
                <a:latin typeface="Arial"/>
                <a:ea typeface="Arial"/>
                <a:cs typeface="Arial"/>
              </a:defRPr>
            </a:lvl8pPr>
            <a:lvl9pPr>
              <a:defRPr sz="1350" b="0">
                <a:solidFill>
                  <a:srgbClr val="595959"/>
                </a:solidFill>
                <a:latin typeface="Arial"/>
                <a:ea typeface="Arial"/>
                <a:cs typeface="Arial"/>
              </a:defRPr>
            </a:lvl9pPr>
          </a:lstStyle>
          <a:p xmlns:a="http://schemas.openxmlformats.org/drawingml/2006/main">
            <a:pPr>
              <a:defRPr sz="1350" b="0">
                <a:solidFill>
                  <a:srgbClr val="595959"/>
                </a:solidFill>
                <a:latin typeface="Arial"/>
                <a:ea typeface="Arial"/>
                <a:cs typeface="Arial"/>
              </a:defRPr>
            </a:pPr>
            <a:r>
              <a:rPr sz="1350" b="0">
                <a:solidFill>
                  <a:srgbClr val="595959"/>
                </a:solidFill>
                <a:latin typeface="Arial"/>
                <a:ea typeface="Arial"/>
                <a:cs typeface="Arial"/>
              </a:rPr>
              <a:t>Sample catalog and transcript shown</a:t>
            </a:r>
          </a:p>
        </p:txBody>
      </p:sp>
    </p:spTree>
    <p:extLst>
      <p:ext uri="{BB962C8B-B14F-4D97-AF65-F5344CB8AC3E}">
        <p14:creationId xmlns:p14="http://schemas.microsoft.com/office/powerpoint/2010/main" val="1657157465"/>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E8838D-64FD-4B54-88FD-CEDCBECEEB4B}"/>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The next Canvas deadline, on the desk</a:t>
            </a:r>
          </a:p>
        </p:txBody>
      </p:sp>
      <p:sp>
        <p:nvSpPr>
          <p:cNvPr id="2" name="">
            <a:extLst xmlns:a="http://schemas.openxmlformats.org/drawingml/2006/main">
              <a:ext uri="{FF2B5EF4-FFF2-40B4-BE49-F238E27FC236}">
                <a16:creationId xmlns:a16="http://schemas.microsoft.com/office/drawing/2014/main" id="{475B1F5B-AA97-4520-AE53-4021789FF921}"/>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FFFFFF"/>
                </a:solidFill>
                <a:latin typeface="Arial"/>
                <a:ea typeface="Arial"/>
                <a:cs typeface="Arial"/>
              </a:defRPr>
            </a:defPPr>
            <a:lvl1pPr>
              <a:defRPr sz="1425" b="0">
                <a:solidFill>
                  <a:srgbClr val="FFFFFF"/>
                </a:solidFill>
                <a:latin typeface="Arial"/>
                <a:ea typeface="Arial"/>
                <a:cs typeface="Arial"/>
              </a:defRPr>
            </a:lvl1pPr>
            <a:lvl2pPr>
              <a:defRPr sz="1425" b="0">
                <a:solidFill>
                  <a:srgbClr val="FFFFFF"/>
                </a:solidFill>
                <a:latin typeface="Arial"/>
                <a:ea typeface="Arial"/>
                <a:cs typeface="Arial"/>
              </a:defRPr>
            </a:lvl2pPr>
            <a:lvl3pPr>
              <a:defRPr sz="1425" b="0">
                <a:solidFill>
                  <a:srgbClr val="FFFFFF"/>
                </a:solidFill>
                <a:latin typeface="Arial"/>
                <a:ea typeface="Arial"/>
                <a:cs typeface="Arial"/>
              </a:defRPr>
            </a:lvl3pPr>
            <a:lvl4pPr>
              <a:defRPr sz="1425" b="0">
                <a:solidFill>
                  <a:srgbClr val="FFFFFF"/>
                </a:solidFill>
                <a:latin typeface="Arial"/>
                <a:ea typeface="Arial"/>
                <a:cs typeface="Arial"/>
              </a:defRPr>
            </a:lvl4pPr>
            <a:lvl5pPr>
              <a:defRPr sz="1425" b="0">
                <a:solidFill>
                  <a:srgbClr val="FFFFFF"/>
                </a:solidFill>
                <a:latin typeface="Arial"/>
                <a:ea typeface="Arial"/>
                <a:cs typeface="Arial"/>
              </a:defRPr>
            </a:lvl5pPr>
            <a:lvl6pPr>
              <a:defRPr sz="1425" b="0">
                <a:solidFill>
                  <a:srgbClr val="FFFFFF"/>
                </a:solidFill>
                <a:latin typeface="Arial"/>
                <a:ea typeface="Arial"/>
                <a:cs typeface="Arial"/>
              </a:defRPr>
            </a:lvl6pPr>
            <a:lvl7pPr>
              <a:defRPr sz="1425" b="0">
                <a:solidFill>
                  <a:srgbClr val="FFFFFF"/>
                </a:solidFill>
                <a:latin typeface="Arial"/>
                <a:ea typeface="Arial"/>
                <a:cs typeface="Arial"/>
              </a:defRPr>
            </a:lvl7pPr>
            <a:lvl8pPr>
              <a:defRPr sz="1425" b="0">
                <a:solidFill>
                  <a:srgbClr val="FFFFFF"/>
                </a:solidFill>
                <a:latin typeface="Arial"/>
                <a:ea typeface="Arial"/>
                <a:cs typeface="Arial"/>
              </a:defRPr>
            </a:lvl8pPr>
            <a:lvl9pPr>
              <a:defRPr sz="1425" b="0">
                <a:solidFill>
                  <a:srgbClr val="FFFFFF"/>
                </a:solidFill>
                <a:latin typeface="Arial"/>
                <a:ea typeface="Arial"/>
                <a:cs typeface="Arial"/>
              </a:defRPr>
            </a:lvl9pPr>
          </a:lstStyle>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DB20D11-1455-478D-AB92-0CFE2807A67D}"/>
              </a:ext>
            </a:extLst>
          </p:cNvPr>
          <p:cNvSpPr>
            <a:spLocks xmlns:a="http://schemas.openxmlformats.org/drawingml/2006/main" noGrp="1"/>
          </p:cNvSpPr>
          <p:nvPr/>
        </p:nvSpPr>
        <p:spPr>
          <a:xfrm xmlns:a="http://schemas.openxmlformats.org/drawingml/2006/main">
            <a:off x="609600" y="198120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8700" b="1">
                <a:solidFill>
                  <a:srgbClr val="FFFFFF"/>
                </a:solidFill>
                <a:latin typeface="Arial"/>
                <a:ea typeface="Arial"/>
                <a:cs typeface="Arial"/>
              </a:defRPr>
            </a:defPPr>
            <a:lvl1pPr>
              <a:defRPr sz="8700" b="1">
                <a:solidFill>
                  <a:srgbClr val="FFFFFF"/>
                </a:solidFill>
                <a:latin typeface="Arial"/>
                <a:ea typeface="Arial"/>
                <a:cs typeface="Arial"/>
              </a:defRPr>
            </a:lvl1pPr>
            <a:lvl2pPr>
              <a:defRPr sz="8700" b="1">
                <a:solidFill>
                  <a:srgbClr val="FFFFFF"/>
                </a:solidFill>
                <a:latin typeface="Arial"/>
                <a:ea typeface="Arial"/>
                <a:cs typeface="Arial"/>
              </a:defRPr>
            </a:lvl2pPr>
            <a:lvl3pPr>
              <a:defRPr sz="8700" b="1">
                <a:solidFill>
                  <a:srgbClr val="FFFFFF"/>
                </a:solidFill>
                <a:latin typeface="Arial"/>
                <a:ea typeface="Arial"/>
                <a:cs typeface="Arial"/>
              </a:defRPr>
            </a:lvl3pPr>
            <a:lvl4pPr>
              <a:defRPr sz="8700" b="1">
                <a:solidFill>
                  <a:srgbClr val="FFFFFF"/>
                </a:solidFill>
                <a:latin typeface="Arial"/>
                <a:ea typeface="Arial"/>
                <a:cs typeface="Arial"/>
              </a:defRPr>
            </a:lvl4pPr>
            <a:lvl5pPr>
              <a:defRPr sz="8700" b="1">
                <a:solidFill>
                  <a:srgbClr val="FFFFFF"/>
                </a:solidFill>
                <a:latin typeface="Arial"/>
                <a:ea typeface="Arial"/>
                <a:cs typeface="Arial"/>
              </a:defRPr>
            </a:lvl5pPr>
            <a:lvl6pPr>
              <a:defRPr sz="8700" b="1">
                <a:solidFill>
                  <a:srgbClr val="FFFFFF"/>
                </a:solidFill>
                <a:latin typeface="Arial"/>
                <a:ea typeface="Arial"/>
                <a:cs typeface="Arial"/>
              </a:defRPr>
            </a:lvl6pPr>
            <a:lvl7pPr>
              <a:defRPr sz="8700" b="1">
                <a:solidFill>
                  <a:srgbClr val="FFFFFF"/>
                </a:solidFill>
                <a:latin typeface="Arial"/>
                <a:ea typeface="Arial"/>
                <a:cs typeface="Arial"/>
              </a:defRPr>
            </a:lvl7pPr>
            <a:lvl8pPr>
              <a:defRPr sz="8700" b="1">
                <a:solidFill>
                  <a:srgbClr val="FFFFFF"/>
                </a:solidFill>
                <a:latin typeface="Arial"/>
                <a:ea typeface="Arial"/>
                <a:cs typeface="Arial"/>
              </a:defRPr>
            </a:lvl8pPr>
            <a:lvl9pPr>
              <a:defRPr sz="8700" b="1">
                <a:solidFill>
                  <a:srgbClr val="FFFFFF"/>
                </a:solidFill>
                <a:latin typeface="Arial"/>
                <a:ea typeface="Arial"/>
                <a:cs typeface="Arial"/>
              </a:defRPr>
            </a:lvl9pPr>
          </a:lstStyle>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5 min</a:t>
            </a:r>
          </a:p>
        </p:txBody>
      </p:sp>
      <p:sp>
        <p:nvSpPr>
          <p:cNvPr id="4" name="">
            <a:extLst xmlns:a="http://schemas.openxmlformats.org/drawingml/2006/main">
              <a:ext uri="{FF2B5EF4-FFF2-40B4-BE49-F238E27FC236}">
                <a16:creationId xmlns:a16="http://schemas.microsoft.com/office/drawing/2014/main" id="{09BBE3E7-A1D3-45FD-B57C-856AE120BFFD}"/>
              </a:ext>
            </a:extLst>
          </p:cNvPr>
          <p:cNvSpPr>
            <a:spLocks xmlns:a="http://schemas.openxmlformats.org/drawingml/2006/main" noGrp="1"/>
          </p:cNvSpPr>
          <p:nvPr/>
        </p:nvSpPr>
        <p:spPr>
          <a:xfrm xmlns:a="http://schemas.openxmlformats.org/drawingml/2006/main">
            <a:off x="666750" y="3667125"/>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Canvas refresh interval</a:t>
            </a:r>
          </a:p>
        </p:txBody>
      </p:sp>
      <p:sp>
        <p:nvSpPr>
          <p:cNvPr id="5" name="">
            <a:extLst xmlns:a="http://schemas.openxmlformats.org/drawingml/2006/main">
              <a:ext uri="{FF2B5EF4-FFF2-40B4-BE49-F238E27FC236}">
                <a16:creationId xmlns:a16="http://schemas.microsoft.com/office/drawing/2014/main" id="{B81DBB18-1060-4328-B0D6-A43D990CA191}"/>
              </a:ext>
            </a:extLst>
          </p:cNvPr>
          <p:cNvSpPr>
            <a:spLocks xmlns:a="http://schemas.openxmlformats.org/drawingml/2006/main" noGrp="1"/>
          </p:cNvSpPr>
          <p:nvPr/>
        </p:nvSpPr>
        <p:spPr>
          <a:xfrm xmlns:a="http://schemas.openxmlformats.org/drawingml/2006/main">
            <a:off x="7810500" y="2095500"/>
            <a:ext cx="381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Course</a:t>
            </a:r>
          </a:p>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Assignment</a:t>
            </a:r>
          </a:p>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Upcoming due date</a:t>
            </a:r>
          </a:p>
        </p:txBody>
      </p:sp>
      <p:sp>
        <p:nvSpPr>
          <p:cNvPr id="6" name="">
            <a:extLst xmlns:a="http://schemas.openxmlformats.org/drawingml/2006/main">
              <a:ext uri="{FF2B5EF4-FFF2-40B4-BE49-F238E27FC236}">
                <a16:creationId xmlns:a16="http://schemas.microsoft.com/office/drawing/2014/main" id="{5D855DF0-ADE5-4C17-BFC1-EBD16ABE1214}"/>
              </a:ext>
            </a:extLst>
          </p:cNvPr>
          <p:cNvSpPr>
            <a:spLocks xmlns:a="http://schemas.openxmlformats.org/drawingml/2006/main" noGrp="1"/>
          </p:cNvSpPr>
          <p:nvPr/>
        </p:nvSpPr>
        <p:spPr>
          <a:xfrm xmlns:a="http://schemas.openxmlformats.org/drawingml/2006/main">
            <a:off x="666750" y="49530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A Mac sends the next eligible assignment to the UNO Q over USB.</a:t>
            </a:r>
          </a:p>
        </p:txBody>
      </p:sp>
      <p:sp>
        <p:nvSpPr>
          <p:cNvPr id="7" name="">
            <a:extLst xmlns:a="http://schemas.openxmlformats.org/drawingml/2006/main">
              <a:ext uri="{FF2B5EF4-FFF2-40B4-BE49-F238E27FC236}">
                <a16:creationId xmlns:a16="http://schemas.microsoft.com/office/drawing/2014/main" id="{FA314333-3031-41F9-8418-280001426931}"/>
              </a:ext>
            </a:extLst>
          </p:cNvPr>
          <p:cNvSpPr>
            <a:spLocks xmlns:a="http://schemas.openxmlformats.org/drawingml/2006/main" noGrp="1"/>
          </p:cNvSpPr>
          <p:nvPr/>
        </p:nvSpPr>
        <p:spPr>
          <a:xfrm xmlns:a="http://schemas.openxmlformats.org/drawingml/2006/main">
            <a:off x="666750" y="61626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New companion code in the latest repository update. Hardware not verified here.</a:t>
            </a:r>
          </a:p>
        </p:txBody>
      </p:sp>
    </p:spTree>
    <p:extLst>
      <p:ext uri="{BB962C8B-B14F-4D97-AF65-F5344CB8AC3E}">
        <p14:creationId xmlns:p14="http://schemas.microsoft.com/office/powerpoint/2010/main" val="2020883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5DAE4C-3E77-44EC-A58F-FFEEFE3BAFD7}"/>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Persistent state belongs to the student</a:t>
            </a:r>
          </a:p>
        </p:txBody>
      </p:sp>
      <p:sp>
        <p:nvSpPr>
          <p:cNvPr id="2" name="">
            <a:extLst xmlns:a="http://schemas.openxmlformats.org/drawingml/2006/main">
              <a:ext uri="{FF2B5EF4-FFF2-40B4-BE49-F238E27FC236}">
                <a16:creationId xmlns:a16="http://schemas.microsoft.com/office/drawing/2014/main" id="{7DD71763-3CFA-43BD-81DC-ED8387FD1A36}"/>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38485BA-F8F4-4329-B53A-1A46E3CA0BAB}"/>
              </a:ext>
            </a:extLst>
          </p:cNvPr>
          <p:cNvSpPr>
            <a:spLocks xmlns:a="http://schemas.openxmlformats.org/drawingml/2006/main" noGrp="1"/>
          </p:cNvSpPr>
          <p:nvPr/>
        </p:nvSpPr>
        <p:spPr>
          <a:xfrm xmlns:a="http://schemas.openxmlformats.org/drawingml/2006/main">
            <a:off x="609600" y="1943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75" b="1">
                <a:solidFill>
                  <a:srgbClr val="CC0000"/>
                </a:solidFill>
                <a:latin typeface="Arial"/>
                <a:ea typeface="Arial"/>
                <a:cs typeface="Arial"/>
              </a:defRPr>
            </a:defPPr>
            <a:lvl1pPr>
              <a:defRPr sz="2775" b="1">
                <a:solidFill>
                  <a:srgbClr val="CC0000"/>
                </a:solidFill>
                <a:latin typeface="Arial"/>
                <a:ea typeface="Arial"/>
                <a:cs typeface="Arial"/>
              </a:defRPr>
            </a:lvl1pPr>
            <a:lvl2pPr>
              <a:defRPr sz="2775" b="1">
                <a:solidFill>
                  <a:srgbClr val="CC0000"/>
                </a:solidFill>
                <a:latin typeface="Arial"/>
                <a:ea typeface="Arial"/>
                <a:cs typeface="Arial"/>
              </a:defRPr>
            </a:lvl2pPr>
            <a:lvl3pPr>
              <a:defRPr sz="2775" b="1">
                <a:solidFill>
                  <a:srgbClr val="CC0000"/>
                </a:solidFill>
                <a:latin typeface="Arial"/>
                <a:ea typeface="Arial"/>
                <a:cs typeface="Arial"/>
              </a:defRPr>
            </a:lvl3pPr>
            <a:lvl4pPr>
              <a:defRPr sz="2775" b="1">
                <a:solidFill>
                  <a:srgbClr val="CC0000"/>
                </a:solidFill>
                <a:latin typeface="Arial"/>
                <a:ea typeface="Arial"/>
                <a:cs typeface="Arial"/>
              </a:defRPr>
            </a:lvl4pPr>
            <a:lvl5pPr>
              <a:defRPr sz="2775" b="1">
                <a:solidFill>
                  <a:srgbClr val="CC0000"/>
                </a:solidFill>
                <a:latin typeface="Arial"/>
                <a:ea typeface="Arial"/>
                <a:cs typeface="Arial"/>
              </a:defRPr>
            </a:lvl5pPr>
            <a:lvl6pPr>
              <a:defRPr sz="2775" b="1">
                <a:solidFill>
                  <a:srgbClr val="CC0000"/>
                </a:solidFill>
                <a:latin typeface="Arial"/>
                <a:ea typeface="Arial"/>
                <a:cs typeface="Arial"/>
              </a:defRPr>
            </a:lvl6pPr>
            <a:lvl7pPr>
              <a:defRPr sz="2775" b="1">
                <a:solidFill>
                  <a:srgbClr val="CC0000"/>
                </a:solidFill>
                <a:latin typeface="Arial"/>
                <a:ea typeface="Arial"/>
                <a:cs typeface="Arial"/>
              </a:defRPr>
            </a:lvl7pPr>
            <a:lvl8pPr>
              <a:defRPr sz="2775" b="1">
                <a:solidFill>
                  <a:srgbClr val="CC0000"/>
                </a:solidFill>
                <a:latin typeface="Arial"/>
                <a:ea typeface="Arial"/>
                <a:cs typeface="Arial"/>
              </a:defRPr>
            </a:lvl8pPr>
            <a:lvl9pPr>
              <a:defRPr sz="2775" b="1">
                <a:solidFill>
                  <a:srgbClr val="CC0000"/>
                </a:solidFill>
                <a:latin typeface="Arial"/>
                <a:ea typeface="Arial"/>
                <a:cs typeface="Arial"/>
              </a:defRPr>
            </a:lvl9pPr>
          </a:lstStyle>
          <a:p xmlns:a="http://schemas.openxmlformats.org/drawingml/2006/main">
            <a:pPr>
              <a:defRPr sz="2775" b="1">
                <a:solidFill>
                  <a:srgbClr val="CC0000"/>
                </a:solidFill>
                <a:latin typeface="Arial"/>
                <a:ea typeface="Arial"/>
                <a:cs typeface="Arial"/>
              </a:defRPr>
            </a:pPr>
            <a:r>
              <a:rPr sz="2775" b="1">
                <a:solidFill>
                  <a:srgbClr val="CC0000"/>
                </a:solidFill>
                <a:latin typeface="Arial"/>
                <a:ea typeface="Arial"/>
                <a:cs typeface="Arial"/>
              </a:rPr>
              <a:t>Browser or native macOS client</a:t>
            </a:r>
          </a:p>
        </p:txBody>
      </p:sp>
      <p:sp>
        <p:nvSpPr>
          <p:cNvPr id="4" name="">
            <a:extLst xmlns:a="http://schemas.openxmlformats.org/drawingml/2006/main">
              <a:ext uri="{FF2B5EF4-FFF2-40B4-BE49-F238E27FC236}">
                <a16:creationId xmlns:a16="http://schemas.microsoft.com/office/drawing/2014/main" id="{5DE2031E-8CFE-4CE8-95F9-8EDA1B018E15}"/>
              </a:ext>
            </a:extLst>
          </p:cNvPr>
          <p:cNvSpPr>
            <a:spLocks xmlns:a="http://schemas.openxmlformats.org/drawingml/2006/main" noGrp="1"/>
          </p:cNvSpPr>
          <p:nvPr/>
        </p:nvSpPr>
        <p:spPr>
          <a:xfrm xmlns:a="http://schemas.openxmlformats.org/drawingml/2006/main">
            <a:off x="609600" y="28575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0">
                <a:solidFill>
                  <a:srgbClr val="000000"/>
                </a:solidFill>
                <a:latin typeface="Arial"/>
                <a:ea typeface="Arial"/>
                <a:cs typeface="Arial"/>
              </a:defRPr>
            </a:defPPr>
            <a:lvl1pPr>
              <a:defRPr sz="2475" b="0">
                <a:solidFill>
                  <a:srgbClr val="000000"/>
                </a:solidFill>
                <a:latin typeface="Arial"/>
                <a:ea typeface="Arial"/>
                <a:cs typeface="Arial"/>
              </a:defRPr>
            </a:lvl1pPr>
            <a:lvl2pPr>
              <a:defRPr sz="2475" b="0">
                <a:solidFill>
                  <a:srgbClr val="000000"/>
                </a:solidFill>
                <a:latin typeface="Arial"/>
                <a:ea typeface="Arial"/>
                <a:cs typeface="Arial"/>
              </a:defRPr>
            </a:lvl2pPr>
            <a:lvl3pPr>
              <a:defRPr sz="2475" b="0">
                <a:solidFill>
                  <a:srgbClr val="000000"/>
                </a:solidFill>
                <a:latin typeface="Arial"/>
                <a:ea typeface="Arial"/>
                <a:cs typeface="Arial"/>
              </a:defRPr>
            </a:lvl3pPr>
            <a:lvl4pPr>
              <a:defRPr sz="2475" b="0">
                <a:solidFill>
                  <a:srgbClr val="000000"/>
                </a:solidFill>
                <a:latin typeface="Arial"/>
                <a:ea typeface="Arial"/>
                <a:cs typeface="Arial"/>
              </a:defRPr>
            </a:lvl4pPr>
            <a:lvl5pPr>
              <a:defRPr sz="2475" b="0">
                <a:solidFill>
                  <a:srgbClr val="000000"/>
                </a:solidFill>
                <a:latin typeface="Arial"/>
                <a:ea typeface="Arial"/>
                <a:cs typeface="Arial"/>
              </a:defRPr>
            </a:lvl5pPr>
            <a:lvl6pPr>
              <a:defRPr sz="2475" b="0">
                <a:solidFill>
                  <a:srgbClr val="000000"/>
                </a:solidFill>
                <a:latin typeface="Arial"/>
                <a:ea typeface="Arial"/>
                <a:cs typeface="Arial"/>
              </a:defRPr>
            </a:lvl6pPr>
            <a:lvl7pPr>
              <a:defRPr sz="2475" b="0">
                <a:solidFill>
                  <a:srgbClr val="000000"/>
                </a:solidFill>
                <a:latin typeface="Arial"/>
                <a:ea typeface="Arial"/>
                <a:cs typeface="Arial"/>
              </a:defRPr>
            </a:lvl7pPr>
            <a:lvl8pPr>
              <a:defRPr sz="2475" b="0">
                <a:solidFill>
                  <a:srgbClr val="000000"/>
                </a:solidFill>
                <a:latin typeface="Arial"/>
                <a:ea typeface="Arial"/>
                <a:cs typeface="Arial"/>
              </a:defRPr>
            </a:lvl8pPr>
            <a:lvl9pPr>
              <a:defRPr sz="2475" b="0">
                <a:solidFill>
                  <a:srgbClr val="000000"/>
                </a:solidFill>
                <a:latin typeface="Arial"/>
                <a:ea typeface="Arial"/>
                <a:cs typeface="Arial"/>
              </a:defRPr>
            </a:lvl9pPr>
          </a:lstStyle>
          <a:p xmlns:a="http://schemas.openxmlformats.org/drawingml/2006/main">
            <a:pPr>
              <a:defRPr sz="2475" b="0">
                <a:solidFill>
                  <a:srgbClr val="000000"/>
                </a:solidFill>
                <a:latin typeface="Arial"/>
                <a:ea typeface="Arial"/>
                <a:cs typeface="Arial"/>
              </a:defRPr>
            </a:pPr>
            <a:r>
              <a:rPr sz="2475" b="0">
                <a:solidFill>
                  <a:srgbClr val="000000"/>
                </a:solidFill>
                <a:latin typeface="Arial"/>
                <a:ea typeface="Arial"/>
                <a:cs typeface="Arial"/>
              </a:rPr>
              <a:t>FastAPI orchestrator</a:t>
            </a:r>
          </a:p>
        </p:txBody>
      </p:sp>
      <p:sp>
        <p:nvSpPr>
          <p:cNvPr id="5" name="">
            <a:extLst xmlns:a="http://schemas.openxmlformats.org/drawingml/2006/main">
              <a:ext uri="{FF2B5EF4-FFF2-40B4-BE49-F238E27FC236}">
                <a16:creationId xmlns:a16="http://schemas.microsoft.com/office/drawing/2014/main" id="{38E941F4-B869-467B-AFF7-F7A77E51EEA4}"/>
              </a:ext>
            </a:extLst>
          </p:cNvPr>
          <p:cNvSpPr>
            <a:spLocks xmlns:a="http://schemas.openxmlformats.org/drawingml/2006/main" noGrp="1"/>
          </p:cNvSpPr>
          <p:nvPr/>
        </p:nvSpPr>
        <p:spPr>
          <a:xfrm xmlns:a="http://schemas.openxmlformats.org/drawingml/2006/main">
            <a:off x="6191250" y="29337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950" b="0">
                <a:solidFill>
                  <a:srgbClr val="595959"/>
                </a:solidFill>
                <a:latin typeface="Arial"/>
                <a:ea typeface="Arial"/>
                <a:cs typeface="Arial"/>
              </a:defRPr>
            </a:defPPr>
            <a:lvl1pPr>
              <a:defRPr sz="1950" b="0">
                <a:solidFill>
                  <a:srgbClr val="595959"/>
                </a:solidFill>
                <a:latin typeface="Arial"/>
                <a:ea typeface="Arial"/>
                <a:cs typeface="Arial"/>
              </a:defRPr>
            </a:lvl1pPr>
            <a:lvl2pPr>
              <a:defRPr sz="1950" b="0">
                <a:solidFill>
                  <a:srgbClr val="595959"/>
                </a:solidFill>
                <a:latin typeface="Arial"/>
                <a:ea typeface="Arial"/>
                <a:cs typeface="Arial"/>
              </a:defRPr>
            </a:lvl2pPr>
            <a:lvl3pPr>
              <a:defRPr sz="1950" b="0">
                <a:solidFill>
                  <a:srgbClr val="595959"/>
                </a:solidFill>
                <a:latin typeface="Arial"/>
                <a:ea typeface="Arial"/>
                <a:cs typeface="Arial"/>
              </a:defRPr>
            </a:lvl3pPr>
            <a:lvl4pPr>
              <a:defRPr sz="1950" b="0">
                <a:solidFill>
                  <a:srgbClr val="595959"/>
                </a:solidFill>
                <a:latin typeface="Arial"/>
                <a:ea typeface="Arial"/>
                <a:cs typeface="Arial"/>
              </a:defRPr>
            </a:lvl4pPr>
            <a:lvl5pPr>
              <a:defRPr sz="1950" b="0">
                <a:solidFill>
                  <a:srgbClr val="595959"/>
                </a:solidFill>
                <a:latin typeface="Arial"/>
                <a:ea typeface="Arial"/>
                <a:cs typeface="Arial"/>
              </a:defRPr>
            </a:lvl5pPr>
            <a:lvl6pPr>
              <a:defRPr sz="1950" b="0">
                <a:solidFill>
                  <a:srgbClr val="595959"/>
                </a:solidFill>
                <a:latin typeface="Arial"/>
                <a:ea typeface="Arial"/>
                <a:cs typeface="Arial"/>
              </a:defRPr>
            </a:lvl6pPr>
            <a:lvl7pPr>
              <a:defRPr sz="1950" b="0">
                <a:solidFill>
                  <a:srgbClr val="595959"/>
                </a:solidFill>
                <a:latin typeface="Arial"/>
                <a:ea typeface="Arial"/>
                <a:cs typeface="Arial"/>
              </a:defRPr>
            </a:lvl7pPr>
            <a:lvl8pPr>
              <a:defRPr sz="1950" b="0">
                <a:solidFill>
                  <a:srgbClr val="595959"/>
                </a:solidFill>
                <a:latin typeface="Arial"/>
                <a:ea typeface="Arial"/>
                <a:cs typeface="Arial"/>
              </a:defRPr>
            </a:lvl8pPr>
            <a:lvl9pPr>
              <a:defRPr sz="1950" b="0">
                <a:solidFill>
                  <a:srgbClr val="595959"/>
                </a:solidFill>
                <a:latin typeface="Arial"/>
                <a:ea typeface="Arial"/>
                <a:cs typeface="Arial"/>
              </a:defRPr>
            </a:lvl9pPr>
          </a:lstStyle>
          <a:p xmlns:a="http://schemas.openxmlformats.org/drawingml/2006/main">
            <a:pPr>
              <a:defRPr sz="1950" b="0">
                <a:solidFill>
                  <a:srgbClr val="595959"/>
                </a:solidFill>
                <a:latin typeface="Arial"/>
                <a:ea typeface="Arial"/>
                <a:cs typeface="Arial"/>
              </a:defRPr>
            </a:pPr>
            <a:r>
              <a:rPr sz="1950" b="0">
                <a:solidFill>
                  <a:srgbClr val="595959"/>
                </a:solidFill>
                <a:latin typeface="Arial"/>
                <a:ea typeface="Arial"/>
                <a:cs typeface="Arial"/>
              </a:rPr>
              <a:t>Routes requests to each student’s box</a:t>
            </a:r>
          </a:p>
        </p:txBody>
      </p:sp>
      <p:sp>
        <p:nvSpPr>
          <p:cNvPr id="6" name="">
            <a:extLst xmlns:a="http://schemas.openxmlformats.org/drawingml/2006/main">
              <a:ext uri="{FF2B5EF4-FFF2-40B4-BE49-F238E27FC236}">
                <a16:creationId xmlns:a16="http://schemas.microsoft.com/office/drawing/2014/main" id="{EFB6E0B6-6D89-496A-B7A5-7CBA4023DAF5}"/>
              </a:ext>
            </a:extLst>
          </p:cNvPr>
          <p:cNvSpPr>
            <a:spLocks xmlns:a="http://schemas.openxmlformats.org/drawingml/2006/main" noGrp="1"/>
          </p:cNvSpPr>
          <p:nvPr/>
        </p:nvSpPr>
        <p:spPr>
          <a:xfrm xmlns:a="http://schemas.openxmlformats.org/drawingml/2006/main">
            <a:off x="609600" y="375285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1">
                <a:solidFill>
                  <a:srgbClr val="000000"/>
                </a:solidFill>
                <a:latin typeface="Arial"/>
                <a:ea typeface="Arial"/>
                <a:cs typeface="Arial"/>
              </a:defRPr>
            </a:defPPr>
            <a:lvl1pPr>
              <a:defRPr sz="2475" b="1">
                <a:solidFill>
                  <a:srgbClr val="000000"/>
                </a:solidFill>
                <a:latin typeface="Arial"/>
                <a:ea typeface="Arial"/>
                <a:cs typeface="Arial"/>
              </a:defRPr>
            </a:lvl1pPr>
            <a:lvl2pPr>
              <a:defRPr sz="2475" b="1">
                <a:solidFill>
                  <a:srgbClr val="000000"/>
                </a:solidFill>
                <a:latin typeface="Arial"/>
                <a:ea typeface="Arial"/>
                <a:cs typeface="Arial"/>
              </a:defRPr>
            </a:lvl2pPr>
            <a:lvl3pPr>
              <a:defRPr sz="2475" b="1">
                <a:solidFill>
                  <a:srgbClr val="000000"/>
                </a:solidFill>
                <a:latin typeface="Arial"/>
                <a:ea typeface="Arial"/>
                <a:cs typeface="Arial"/>
              </a:defRPr>
            </a:lvl3pPr>
            <a:lvl4pPr>
              <a:defRPr sz="2475" b="1">
                <a:solidFill>
                  <a:srgbClr val="000000"/>
                </a:solidFill>
                <a:latin typeface="Arial"/>
                <a:ea typeface="Arial"/>
                <a:cs typeface="Arial"/>
              </a:defRPr>
            </a:lvl4pPr>
            <a:lvl5pPr>
              <a:defRPr sz="2475" b="1">
                <a:solidFill>
                  <a:srgbClr val="000000"/>
                </a:solidFill>
                <a:latin typeface="Arial"/>
                <a:ea typeface="Arial"/>
                <a:cs typeface="Arial"/>
              </a:defRPr>
            </a:lvl5pPr>
            <a:lvl6pPr>
              <a:defRPr sz="2475" b="1">
                <a:solidFill>
                  <a:srgbClr val="000000"/>
                </a:solidFill>
                <a:latin typeface="Arial"/>
                <a:ea typeface="Arial"/>
                <a:cs typeface="Arial"/>
              </a:defRPr>
            </a:lvl6pPr>
            <a:lvl7pPr>
              <a:defRPr sz="2475" b="1">
                <a:solidFill>
                  <a:srgbClr val="000000"/>
                </a:solidFill>
                <a:latin typeface="Arial"/>
                <a:ea typeface="Arial"/>
                <a:cs typeface="Arial"/>
              </a:defRPr>
            </a:lvl7pPr>
            <a:lvl8pPr>
              <a:defRPr sz="2475" b="1">
                <a:solidFill>
                  <a:srgbClr val="000000"/>
                </a:solidFill>
                <a:latin typeface="Arial"/>
                <a:ea typeface="Arial"/>
                <a:cs typeface="Arial"/>
              </a:defRPr>
            </a:lvl8pPr>
            <a:lvl9pPr>
              <a:defRPr sz="2475" b="1">
                <a:solidFill>
                  <a:srgbClr val="000000"/>
                </a:solidFill>
                <a:latin typeface="Arial"/>
                <a:ea typeface="Arial"/>
                <a:cs typeface="Arial"/>
              </a:defRPr>
            </a:lvl9pPr>
          </a:lstStyle>
          <a:p xmlns:a="http://schemas.openxmlformats.org/drawingml/2006/main">
            <a:pPr>
              <a:defRPr sz="2475" b="1">
                <a:solidFill>
                  <a:srgbClr val="000000"/>
                </a:solidFill>
                <a:latin typeface="Arial"/>
                <a:ea typeface="Arial"/>
                <a:cs typeface="Arial"/>
              </a:defRPr>
            </a:pPr>
            <a:r>
              <a:rPr sz="2475" b="1">
                <a:solidFill>
                  <a:srgbClr val="000000"/>
                </a:solidFill>
                <a:latin typeface="Arial"/>
                <a:ea typeface="Arial"/>
                <a:cs typeface="Arial"/>
              </a:rPr>
              <a:t>Student’s persistent box</a:t>
            </a:r>
          </a:p>
        </p:txBody>
      </p:sp>
      <p:sp>
        <p:nvSpPr>
          <p:cNvPr id="7" name="">
            <a:extLst xmlns:a="http://schemas.openxmlformats.org/drawingml/2006/main">
              <a:ext uri="{FF2B5EF4-FFF2-40B4-BE49-F238E27FC236}">
                <a16:creationId xmlns:a16="http://schemas.microsoft.com/office/drawing/2014/main" id="{22EBA510-86A8-4598-8C2C-22B38B14233F}"/>
              </a:ext>
            </a:extLst>
          </p:cNvPr>
          <p:cNvSpPr>
            <a:spLocks xmlns:a="http://schemas.openxmlformats.org/drawingml/2006/main" noGrp="1"/>
          </p:cNvSpPr>
          <p:nvPr/>
        </p:nvSpPr>
        <p:spPr>
          <a:xfrm xmlns:a="http://schemas.openxmlformats.org/drawingml/2006/main">
            <a:off x="6191250" y="37433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025" b="0">
                <a:solidFill>
                  <a:srgbClr val="000000"/>
                </a:solidFill>
                <a:latin typeface="Arial"/>
                <a:ea typeface="Arial"/>
                <a:cs typeface="Arial"/>
              </a:defRPr>
            </a:defPPr>
            <a:lvl1pPr>
              <a:defRPr sz="2025" b="0">
                <a:solidFill>
                  <a:srgbClr val="000000"/>
                </a:solidFill>
                <a:latin typeface="Arial"/>
                <a:ea typeface="Arial"/>
                <a:cs typeface="Arial"/>
              </a:defRPr>
            </a:lvl1pPr>
            <a:lvl2pPr>
              <a:defRPr sz="2025" b="0">
                <a:solidFill>
                  <a:srgbClr val="000000"/>
                </a:solidFill>
                <a:latin typeface="Arial"/>
                <a:ea typeface="Arial"/>
                <a:cs typeface="Arial"/>
              </a:defRPr>
            </a:lvl2pPr>
            <a:lvl3pPr>
              <a:defRPr sz="2025" b="0">
                <a:solidFill>
                  <a:srgbClr val="000000"/>
                </a:solidFill>
                <a:latin typeface="Arial"/>
                <a:ea typeface="Arial"/>
                <a:cs typeface="Arial"/>
              </a:defRPr>
            </a:lvl3pPr>
            <a:lvl4pPr>
              <a:defRPr sz="2025" b="0">
                <a:solidFill>
                  <a:srgbClr val="000000"/>
                </a:solidFill>
                <a:latin typeface="Arial"/>
                <a:ea typeface="Arial"/>
                <a:cs typeface="Arial"/>
              </a:defRPr>
            </a:lvl4pPr>
            <a:lvl5pPr>
              <a:defRPr sz="2025" b="0">
                <a:solidFill>
                  <a:srgbClr val="000000"/>
                </a:solidFill>
                <a:latin typeface="Arial"/>
                <a:ea typeface="Arial"/>
                <a:cs typeface="Arial"/>
              </a:defRPr>
            </a:lvl5pPr>
            <a:lvl6pPr>
              <a:defRPr sz="2025" b="0">
                <a:solidFill>
                  <a:srgbClr val="000000"/>
                </a:solidFill>
                <a:latin typeface="Arial"/>
                <a:ea typeface="Arial"/>
                <a:cs typeface="Arial"/>
              </a:defRPr>
            </a:lvl6pPr>
            <a:lvl7pPr>
              <a:defRPr sz="2025" b="0">
                <a:solidFill>
                  <a:srgbClr val="000000"/>
                </a:solidFill>
                <a:latin typeface="Arial"/>
                <a:ea typeface="Arial"/>
                <a:cs typeface="Arial"/>
              </a:defRPr>
            </a:lvl7pPr>
            <a:lvl8pPr>
              <a:defRPr sz="2025" b="0">
                <a:solidFill>
                  <a:srgbClr val="000000"/>
                </a:solidFill>
                <a:latin typeface="Arial"/>
                <a:ea typeface="Arial"/>
                <a:cs typeface="Arial"/>
              </a:defRPr>
            </a:lvl8pPr>
            <a:lvl9pPr>
              <a:defRPr sz="2025" b="0">
                <a:solidFill>
                  <a:srgbClr val="000000"/>
                </a:solidFill>
                <a:latin typeface="Arial"/>
                <a:ea typeface="Arial"/>
                <a:cs typeface="Arial"/>
              </a:defRPr>
            </a:lvl9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Runs, snapshots, mistake profile,</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course documents, and plan</a:t>
            </a:r>
          </a:p>
        </p:txBody>
      </p:sp>
      <p:sp>
        <p:nvSpPr>
          <p:cNvPr id="8" name="">
            <a:extLst xmlns:a="http://schemas.openxmlformats.org/drawingml/2006/main">
              <a:ext uri="{FF2B5EF4-FFF2-40B4-BE49-F238E27FC236}">
                <a16:creationId xmlns:a16="http://schemas.microsoft.com/office/drawing/2014/main" id="{AC370AC8-A081-466B-B396-F3AF9E2443E6}"/>
              </a:ext>
            </a:extLst>
          </p:cNvPr>
          <p:cNvSpPr>
            <a:spLocks xmlns:a="http://schemas.openxmlformats.org/drawingml/2006/main" noGrp="1"/>
          </p:cNvSpPr>
          <p:nvPr/>
        </p:nvSpPr>
        <p:spPr>
          <a:xfrm xmlns:a="http://schemas.openxmlformats.org/drawingml/2006/main">
            <a:off x="609600" y="516255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0">
                <a:solidFill>
                  <a:srgbClr val="000000"/>
                </a:solidFill>
                <a:latin typeface="Arial"/>
                <a:ea typeface="Arial"/>
                <a:cs typeface="Arial"/>
              </a:defRPr>
            </a:defPPr>
            <a:lvl1pPr>
              <a:defRPr sz="2475" b="0">
                <a:solidFill>
                  <a:srgbClr val="000000"/>
                </a:solidFill>
                <a:latin typeface="Arial"/>
                <a:ea typeface="Arial"/>
                <a:cs typeface="Arial"/>
              </a:defRPr>
            </a:lvl1pPr>
            <a:lvl2pPr>
              <a:defRPr sz="2475" b="0">
                <a:solidFill>
                  <a:srgbClr val="000000"/>
                </a:solidFill>
                <a:latin typeface="Arial"/>
                <a:ea typeface="Arial"/>
                <a:cs typeface="Arial"/>
              </a:defRPr>
            </a:lvl2pPr>
            <a:lvl3pPr>
              <a:defRPr sz="2475" b="0">
                <a:solidFill>
                  <a:srgbClr val="000000"/>
                </a:solidFill>
                <a:latin typeface="Arial"/>
                <a:ea typeface="Arial"/>
                <a:cs typeface="Arial"/>
              </a:defRPr>
            </a:lvl3pPr>
            <a:lvl4pPr>
              <a:defRPr sz="2475" b="0">
                <a:solidFill>
                  <a:srgbClr val="000000"/>
                </a:solidFill>
                <a:latin typeface="Arial"/>
                <a:ea typeface="Arial"/>
                <a:cs typeface="Arial"/>
              </a:defRPr>
            </a:lvl4pPr>
            <a:lvl5pPr>
              <a:defRPr sz="2475" b="0">
                <a:solidFill>
                  <a:srgbClr val="000000"/>
                </a:solidFill>
                <a:latin typeface="Arial"/>
                <a:ea typeface="Arial"/>
                <a:cs typeface="Arial"/>
              </a:defRPr>
            </a:lvl5pPr>
            <a:lvl6pPr>
              <a:defRPr sz="2475" b="0">
                <a:solidFill>
                  <a:srgbClr val="000000"/>
                </a:solidFill>
                <a:latin typeface="Arial"/>
                <a:ea typeface="Arial"/>
                <a:cs typeface="Arial"/>
              </a:defRPr>
            </a:lvl6pPr>
            <a:lvl7pPr>
              <a:defRPr sz="2475" b="0">
                <a:solidFill>
                  <a:srgbClr val="000000"/>
                </a:solidFill>
                <a:latin typeface="Arial"/>
                <a:ea typeface="Arial"/>
                <a:cs typeface="Arial"/>
              </a:defRPr>
            </a:lvl7pPr>
            <a:lvl8pPr>
              <a:defRPr sz="2475" b="0">
                <a:solidFill>
                  <a:srgbClr val="000000"/>
                </a:solidFill>
                <a:latin typeface="Arial"/>
                <a:ea typeface="Arial"/>
                <a:cs typeface="Arial"/>
              </a:defRPr>
            </a:lvl8pPr>
            <a:lvl9pPr>
              <a:defRPr sz="2475" b="0">
                <a:solidFill>
                  <a:srgbClr val="000000"/>
                </a:solidFill>
                <a:latin typeface="Arial"/>
                <a:ea typeface="Arial"/>
                <a:cs typeface="Arial"/>
              </a:defRPr>
            </a:lvl9pPr>
          </a:lstStyle>
          <a:p xmlns:a="http://schemas.openxmlformats.org/drawingml/2006/main">
            <a:pPr>
              <a:defRPr sz="2475" b="0">
                <a:solidFill>
                  <a:srgbClr val="000000"/>
                </a:solidFill>
                <a:latin typeface="Arial"/>
                <a:ea typeface="Arial"/>
                <a:cs typeface="Arial"/>
              </a:defRPr>
            </a:pPr>
            <a:r>
              <a:rPr sz="2475" b="0">
                <a:solidFill>
                  <a:srgbClr val="000000"/>
                </a:solidFill>
                <a:latin typeface="Arial"/>
                <a:ea typeface="Arial"/>
                <a:cs typeface="Arial"/>
              </a:rPr>
              <a:t>Gemma backend options</a:t>
            </a:r>
          </a:p>
        </p:txBody>
      </p:sp>
      <p:sp>
        <p:nvSpPr>
          <p:cNvPr id="9" name="">
            <a:extLst xmlns:a="http://schemas.openxmlformats.org/drawingml/2006/main">
              <a:ext uri="{FF2B5EF4-FFF2-40B4-BE49-F238E27FC236}">
                <a16:creationId xmlns:a16="http://schemas.microsoft.com/office/drawing/2014/main" id="{6AF788CA-8D85-4CB3-A32C-9614C999F0DF}"/>
              </a:ext>
            </a:extLst>
          </p:cNvPr>
          <p:cNvSpPr>
            <a:spLocks xmlns:a="http://schemas.openxmlformats.org/drawingml/2006/main" noGrp="1"/>
          </p:cNvSpPr>
          <p:nvPr/>
        </p:nvSpPr>
        <p:spPr>
          <a:xfrm xmlns:a="http://schemas.openxmlformats.org/drawingml/2006/main">
            <a:off x="6191250" y="518160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025" b="0">
                <a:solidFill>
                  <a:srgbClr val="000000"/>
                </a:solidFill>
                <a:latin typeface="Arial"/>
                <a:ea typeface="Arial"/>
                <a:cs typeface="Arial"/>
              </a:defRPr>
            </a:defPPr>
            <a:lvl1pPr>
              <a:defRPr sz="2025" b="0">
                <a:solidFill>
                  <a:srgbClr val="000000"/>
                </a:solidFill>
                <a:latin typeface="Arial"/>
                <a:ea typeface="Arial"/>
                <a:cs typeface="Arial"/>
              </a:defRPr>
            </a:lvl1pPr>
            <a:lvl2pPr>
              <a:defRPr sz="2025" b="0">
                <a:solidFill>
                  <a:srgbClr val="000000"/>
                </a:solidFill>
                <a:latin typeface="Arial"/>
                <a:ea typeface="Arial"/>
                <a:cs typeface="Arial"/>
              </a:defRPr>
            </a:lvl2pPr>
            <a:lvl3pPr>
              <a:defRPr sz="2025" b="0">
                <a:solidFill>
                  <a:srgbClr val="000000"/>
                </a:solidFill>
                <a:latin typeface="Arial"/>
                <a:ea typeface="Arial"/>
                <a:cs typeface="Arial"/>
              </a:defRPr>
            </a:lvl3pPr>
            <a:lvl4pPr>
              <a:defRPr sz="2025" b="0">
                <a:solidFill>
                  <a:srgbClr val="000000"/>
                </a:solidFill>
                <a:latin typeface="Arial"/>
                <a:ea typeface="Arial"/>
                <a:cs typeface="Arial"/>
              </a:defRPr>
            </a:lvl4pPr>
            <a:lvl5pPr>
              <a:defRPr sz="2025" b="0">
                <a:solidFill>
                  <a:srgbClr val="000000"/>
                </a:solidFill>
                <a:latin typeface="Arial"/>
                <a:ea typeface="Arial"/>
                <a:cs typeface="Arial"/>
              </a:defRPr>
            </a:lvl5pPr>
            <a:lvl6pPr>
              <a:defRPr sz="2025" b="0">
                <a:solidFill>
                  <a:srgbClr val="000000"/>
                </a:solidFill>
                <a:latin typeface="Arial"/>
                <a:ea typeface="Arial"/>
                <a:cs typeface="Arial"/>
              </a:defRPr>
            </a:lvl6pPr>
            <a:lvl7pPr>
              <a:defRPr sz="2025" b="0">
                <a:solidFill>
                  <a:srgbClr val="000000"/>
                </a:solidFill>
                <a:latin typeface="Arial"/>
                <a:ea typeface="Arial"/>
                <a:cs typeface="Arial"/>
              </a:defRPr>
            </a:lvl7pPr>
            <a:lvl8pPr>
              <a:defRPr sz="2025" b="0">
                <a:solidFill>
                  <a:srgbClr val="000000"/>
                </a:solidFill>
                <a:latin typeface="Arial"/>
                <a:ea typeface="Arial"/>
                <a:cs typeface="Arial"/>
              </a:defRPr>
            </a:lvl8pPr>
            <a:lvl9pPr>
              <a:defRPr sz="2025" b="0">
                <a:solidFill>
                  <a:srgbClr val="000000"/>
                </a:solidFill>
                <a:latin typeface="Arial"/>
                <a:ea typeface="Arial"/>
                <a:cs typeface="Arial"/>
              </a:defRPr>
            </a:lvl9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Gemini API or local Ollama</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Fake backend for repeatable demos</a:t>
            </a:r>
          </a:p>
        </p:txBody>
      </p:sp>
      <p:sp>
        <p:nvSpPr>
          <p:cNvPr id="10" name="">
            <a:extLst xmlns:a="http://schemas.openxmlformats.org/drawingml/2006/main">
              <a:ext uri="{FF2B5EF4-FFF2-40B4-BE49-F238E27FC236}">
                <a16:creationId xmlns:a16="http://schemas.microsoft.com/office/drawing/2014/main" id="{73C9A6B4-19BA-4B4F-8A53-68116133ED9A}"/>
              </a:ext>
            </a:extLst>
          </p:cNvPr>
          <p:cNvSpPr>
            <a:spLocks xmlns:a="http://schemas.openxmlformats.org/drawingml/2006/main" noGrp="1"/>
          </p:cNvSpPr>
          <p:nvPr/>
        </p:nvSpPr>
        <p:spPr>
          <a:xfrm xmlns:a="http://schemas.openxmlformats.org/drawingml/2006/main">
            <a:off x="609600" y="62769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350" b="0">
                <a:solidFill>
                  <a:srgbClr val="595959"/>
                </a:solidFill>
                <a:latin typeface="Arial"/>
                <a:ea typeface="Arial"/>
                <a:cs typeface="Arial"/>
              </a:defRPr>
            </a:defPPr>
            <a:lvl1pPr>
              <a:defRPr sz="1350" b="0">
                <a:solidFill>
                  <a:srgbClr val="595959"/>
                </a:solidFill>
                <a:latin typeface="Arial"/>
                <a:ea typeface="Arial"/>
                <a:cs typeface="Arial"/>
              </a:defRPr>
            </a:lvl1pPr>
            <a:lvl2pPr>
              <a:defRPr sz="1350" b="0">
                <a:solidFill>
                  <a:srgbClr val="595959"/>
                </a:solidFill>
                <a:latin typeface="Arial"/>
                <a:ea typeface="Arial"/>
                <a:cs typeface="Arial"/>
              </a:defRPr>
            </a:lvl2pPr>
            <a:lvl3pPr>
              <a:defRPr sz="1350" b="0">
                <a:solidFill>
                  <a:srgbClr val="595959"/>
                </a:solidFill>
                <a:latin typeface="Arial"/>
                <a:ea typeface="Arial"/>
                <a:cs typeface="Arial"/>
              </a:defRPr>
            </a:lvl3pPr>
            <a:lvl4pPr>
              <a:defRPr sz="1350" b="0">
                <a:solidFill>
                  <a:srgbClr val="595959"/>
                </a:solidFill>
                <a:latin typeface="Arial"/>
                <a:ea typeface="Arial"/>
                <a:cs typeface="Arial"/>
              </a:defRPr>
            </a:lvl4pPr>
            <a:lvl5pPr>
              <a:defRPr sz="1350" b="0">
                <a:solidFill>
                  <a:srgbClr val="595959"/>
                </a:solidFill>
                <a:latin typeface="Arial"/>
                <a:ea typeface="Arial"/>
                <a:cs typeface="Arial"/>
              </a:defRPr>
            </a:lvl5pPr>
            <a:lvl6pPr>
              <a:defRPr sz="1350" b="0">
                <a:solidFill>
                  <a:srgbClr val="595959"/>
                </a:solidFill>
                <a:latin typeface="Arial"/>
                <a:ea typeface="Arial"/>
                <a:cs typeface="Arial"/>
              </a:defRPr>
            </a:lvl6pPr>
            <a:lvl7pPr>
              <a:defRPr sz="1350" b="0">
                <a:solidFill>
                  <a:srgbClr val="595959"/>
                </a:solidFill>
                <a:latin typeface="Arial"/>
                <a:ea typeface="Arial"/>
                <a:cs typeface="Arial"/>
              </a:defRPr>
            </a:lvl7pPr>
            <a:lvl8pPr>
              <a:defRPr sz="1350" b="0">
                <a:solidFill>
                  <a:srgbClr val="595959"/>
                </a:solidFill>
                <a:latin typeface="Arial"/>
                <a:ea typeface="Arial"/>
                <a:cs typeface="Arial"/>
              </a:defRPr>
            </a:lvl8pPr>
            <a:lvl9pPr>
              <a:defRPr sz="1350" b="0">
                <a:solidFill>
                  <a:srgbClr val="595959"/>
                </a:solidFill>
                <a:latin typeface="Arial"/>
                <a:ea typeface="Arial"/>
                <a:cs typeface="Arial"/>
              </a:defRPr>
            </a:lvl9pPr>
          </a:lstStyle>
          <a:p xmlns:a="http://schemas.openxmlformats.org/drawingml/2006/main">
            <a:pPr>
              <a:defRPr sz="1350" b="0">
                <a:solidFill>
                  <a:srgbClr val="595959"/>
                </a:solidFill>
                <a:latin typeface="Arial"/>
                <a:ea typeface="Arial"/>
                <a:cs typeface="Arial"/>
              </a:defRPr>
            </a:pPr>
            <a:r>
              <a:rPr sz="1350" b="0">
                <a:solidFill>
                  <a:srgbClr val="595959"/>
                </a:solidFill>
                <a:latin typeface="Arial"/>
                <a:ea typeface="Arial"/>
                <a:cs typeface="Arial"/>
              </a:rPr>
              <a:t>Local boxes support the demo. Maritime deployment still needs provider verification.</a:t>
            </a:r>
          </a:p>
        </p:txBody>
      </p:sp>
    </p:spTree>
    <p:extLst>
      <p:ext uri="{BB962C8B-B14F-4D97-AF65-F5344CB8AC3E}">
        <p14:creationId xmlns:p14="http://schemas.microsoft.com/office/powerpoint/2010/main" val="5549221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A84AD5-C911-4C4A-96EF-19B6F965C535}"/>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CC0000"/>
                </a:solidFill>
                <a:latin typeface="Arial"/>
                <a:ea typeface="Arial"/>
                <a:cs typeface="Arial"/>
              </a:defRPr>
            </a:defPPr>
            <a:lvl1pPr>
              <a:defRPr sz="3600" b="1">
                <a:solidFill>
                  <a:srgbClr val="CC0000"/>
                </a:solidFill>
                <a:latin typeface="Arial"/>
                <a:ea typeface="Arial"/>
                <a:cs typeface="Arial"/>
              </a:defRPr>
            </a:lvl1pPr>
            <a:lvl2pPr>
              <a:defRPr sz="3600" b="1">
                <a:solidFill>
                  <a:srgbClr val="CC0000"/>
                </a:solidFill>
                <a:latin typeface="Arial"/>
                <a:ea typeface="Arial"/>
                <a:cs typeface="Arial"/>
              </a:defRPr>
            </a:lvl2pPr>
            <a:lvl3pPr>
              <a:defRPr sz="3600" b="1">
                <a:solidFill>
                  <a:srgbClr val="CC0000"/>
                </a:solidFill>
                <a:latin typeface="Arial"/>
                <a:ea typeface="Arial"/>
                <a:cs typeface="Arial"/>
              </a:defRPr>
            </a:lvl3pPr>
            <a:lvl4pPr>
              <a:defRPr sz="3600" b="1">
                <a:solidFill>
                  <a:srgbClr val="CC0000"/>
                </a:solidFill>
                <a:latin typeface="Arial"/>
                <a:ea typeface="Arial"/>
                <a:cs typeface="Arial"/>
              </a:defRPr>
            </a:lvl4pPr>
            <a:lvl5pPr>
              <a:defRPr sz="3600" b="1">
                <a:solidFill>
                  <a:srgbClr val="CC0000"/>
                </a:solidFill>
                <a:latin typeface="Arial"/>
                <a:ea typeface="Arial"/>
                <a:cs typeface="Arial"/>
              </a:defRPr>
            </a:lvl5pPr>
            <a:lvl6pPr>
              <a:defRPr sz="3600" b="1">
                <a:solidFill>
                  <a:srgbClr val="CC0000"/>
                </a:solidFill>
                <a:latin typeface="Arial"/>
                <a:ea typeface="Arial"/>
                <a:cs typeface="Arial"/>
              </a:defRPr>
            </a:lvl6pPr>
            <a:lvl7pPr>
              <a:defRPr sz="3600" b="1">
                <a:solidFill>
                  <a:srgbClr val="CC0000"/>
                </a:solidFill>
                <a:latin typeface="Arial"/>
                <a:ea typeface="Arial"/>
                <a:cs typeface="Arial"/>
              </a:defRPr>
            </a:lvl7pPr>
            <a:lvl8pPr>
              <a:defRPr sz="3600" b="1">
                <a:solidFill>
                  <a:srgbClr val="CC0000"/>
                </a:solidFill>
                <a:latin typeface="Arial"/>
                <a:ea typeface="Arial"/>
                <a:cs typeface="Arial"/>
              </a:defRPr>
            </a:lvl8pPr>
            <a:lvl9pPr>
              <a:defRPr sz="3600" b="1">
                <a:solidFill>
                  <a:srgbClr val="CC0000"/>
                </a:solidFill>
                <a:latin typeface="Arial"/>
                <a:ea typeface="Arial"/>
                <a:cs typeface="Arial"/>
              </a:defRPr>
            </a:lvl9pPr>
          </a:lstStyle>
          <a:p xmlns:a="http://schemas.openxmlformats.org/drawingml/2006/main">
            <a:pPr>
              <a:defRPr sz="3600" b="1">
                <a:solidFill>
                  <a:srgbClr val="CC0000"/>
                </a:solidFill>
                <a:latin typeface="Arial"/>
                <a:ea typeface="Arial"/>
                <a:cs typeface="Arial"/>
              </a:defRPr>
            </a:pPr>
            <a:r>
              <a:rPr sz="3600" b="1">
                <a:solidFill>
                  <a:srgbClr val="CC0000"/>
                </a:solidFill>
                <a:latin typeface="Arial"/>
                <a:ea typeface="Arial"/>
                <a:cs typeface="Arial"/>
              </a:rPr>
              <a:t>The three-minute walkthrough</a:t>
            </a:r>
          </a:p>
        </p:txBody>
      </p:sp>
      <p:sp>
        <p:nvSpPr>
          <p:cNvPr id="2" name="">
            <a:extLst xmlns:a="http://schemas.openxmlformats.org/drawingml/2006/main">
              <a:ext uri="{FF2B5EF4-FFF2-40B4-BE49-F238E27FC236}">
                <a16:creationId xmlns:a16="http://schemas.microsoft.com/office/drawing/2014/main" id="{0A57C113-879A-4324-99B9-27A7C19B0FC1}"/>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595959"/>
                </a:solidFill>
                <a:latin typeface="Arial"/>
                <a:ea typeface="Arial"/>
                <a:cs typeface="Arial"/>
              </a:defRPr>
            </a:defPPr>
            <a:lvl1pPr>
              <a:defRPr sz="1425" b="0">
                <a:solidFill>
                  <a:srgbClr val="595959"/>
                </a:solidFill>
                <a:latin typeface="Arial"/>
                <a:ea typeface="Arial"/>
                <a:cs typeface="Arial"/>
              </a:defRPr>
            </a:lvl1pPr>
            <a:lvl2pPr>
              <a:defRPr sz="1425" b="0">
                <a:solidFill>
                  <a:srgbClr val="595959"/>
                </a:solidFill>
                <a:latin typeface="Arial"/>
                <a:ea typeface="Arial"/>
                <a:cs typeface="Arial"/>
              </a:defRPr>
            </a:lvl2pPr>
            <a:lvl3pPr>
              <a:defRPr sz="1425" b="0">
                <a:solidFill>
                  <a:srgbClr val="595959"/>
                </a:solidFill>
                <a:latin typeface="Arial"/>
                <a:ea typeface="Arial"/>
                <a:cs typeface="Arial"/>
              </a:defRPr>
            </a:lvl3pPr>
            <a:lvl4pPr>
              <a:defRPr sz="1425" b="0">
                <a:solidFill>
                  <a:srgbClr val="595959"/>
                </a:solidFill>
                <a:latin typeface="Arial"/>
                <a:ea typeface="Arial"/>
                <a:cs typeface="Arial"/>
              </a:defRPr>
            </a:lvl4pPr>
            <a:lvl5pPr>
              <a:defRPr sz="1425" b="0">
                <a:solidFill>
                  <a:srgbClr val="595959"/>
                </a:solidFill>
                <a:latin typeface="Arial"/>
                <a:ea typeface="Arial"/>
                <a:cs typeface="Arial"/>
              </a:defRPr>
            </a:lvl5pPr>
            <a:lvl6pPr>
              <a:defRPr sz="1425" b="0">
                <a:solidFill>
                  <a:srgbClr val="595959"/>
                </a:solidFill>
                <a:latin typeface="Arial"/>
                <a:ea typeface="Arial"/>
                <a:cs typeface="Arial"/>
              </a:defRPr>
            </a:lvl6pPr>
            <a:lvl7pPr>
              <a:defRPr sz="1425" b="0">
                <a:solidFill>
                  <a:srgbClr val="595959"/>
                </a:solidFill>
                <a:latin typeface="Arial"/>
                <a:ea typeface="Arial"/>
                <a:cs typeface="Arial"/>
              </a:defRPr>
            </a:lvl7pPr>
            <a:lvl8pPr>
              <a:defRPr sz="1425" b="0">
                <a:solidFill>
                  <a:srgbClr val="595959"/>
                </a:solidFill>
                <a:latin typeface="Arial"/>
                <a:ea typeface="Arial"/>
                <a:cs typeface="Arial"/>
              </a:defRPr>
            </a:lvl8pPr>
            <a:lvl9pPr>
              <a:defRPr sz="1425" b="0">
                <a:solidFill>
                  <a:srgbClr val="595959"/>
                </a:solidFill>
                <a:latin typeface="Arial"/>
                <a:ea typeface="Arial"/>
                <a:cs typeface="Arial"/>
              </a:defRPr>
            </a:lvl9pPr>
          </a:lstStyle>
          <a:p xmlns:a="http://schemas.openxmlformats.org/drawingml/2006/main">
            <a:pPr>
              <a:defRPr sz="1425" b="0">
                <a:solidFill>
                  <a:srgbClr val="595959"/>
                </a:solidFill>
                <a:latin typeface="Arial"/>
                <a:ea typeface="Arial"/>
                <a:cs typeface="Arial"/>
              </a:defRPr>
            </a:pPr>
            <a:r>
              <a:rPr sz="1425" b="0">
                <a:solidFill>
                  <a:srgbClr val="59595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F2A8192E-63A6-4E59-A6C9-481261D0AC55}"/>
              </a:ext>
            </a:extLst>
          </p:cNvPr>
          <p:cNvSpPr>
            <a:spLocks xmlns:a="http://schemas.openxmlformats.org/drawingml/2006/main" noGrp="1"/>
          </p:cNvSpPr>
          <p:nvPr/>
        </p:nvSpPr>
        <p:spPr>
          <a:xfrm xmlns:a="http://schemas.openxmlformats.org/drawingml/2006/main">
            <a:off x="609600" y="1971675"/>
            <a:ext cx="95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225" b="1">
                <a:solidFill>
                  <a:srgbClr val="CC0000"/>
                </a:solidFill>
                <a:latin typeface="Arial"/>
                <a:ea typeface="Arial"/>
                <a:cs typeface="Arial"/>
              </a:defRPr>
            </a:defPPr>
            <a:lvl1pPr>
              <a:defRPr sz="3225" b="1">
                <a:solidFill>
                  <a:srgbClr val="CC0000"/>
                </a:solidFill>
                <a:latin typeface="Arial"/>
                <a:ea typeface="Arial"/>
                <a:cs typeface="Arial"/>
              </a:defRPr>
            </a:lvl1pPr>
            <a:lvl2pPr>
              <a:defRPr sz="3225" b="1">
                <a:solidFill>
                  <a:srgbClr val="CC0000"/>
                </a:solidFill>
                <a:latin typeface="Arial"/>
                <a:ea typeface="Arial"/>
                <a:cs typeface="Arial"/>
              </a:defRPr>
            </a:lvl2pPr>
            <a:lvl3pPr>
              <a:defRPr sz="3225" b="1">
                <a:solidFill>
                  <a:srgbClr val="CC0000"/>
                </a:solidFill>
                <a:latin typeface="Arial"/>
                <a:ea typeface="Arial"/>
                <a:cs typeface="Arial"/>
              </a:defRPr>
            </a:lvl3pPr>
            <a:lvl4pPr>
              <a:defRPr sz="3225" b="1">
                <a:solidFill>
                  <a:srgbClr val="CC0000"/>
                </a:solidFill>
                <a:latin typeface="Arial"/>
                <a:ea typeface="Arial"/>
                <a:cs typeface="Arial"/>
              </a:defRPr>
            </a:lvl4pPr>
            <a:lvl5pPr>
              <a:defRPr sz="3225" b="1">
                <a:solidFill>
                  <a:srgbClr val="CC0000"/>
                </a:solidFill>
                <a:latin typeface="Arial"/>
                <a:ea typeface="Arial"/>
                <a:cs typeface="Arial"/>
              </a:defRPr>
            </a:lvl5pPr>
            <a:lvl6pPr>
              <a:defRPr sz="3225" b="1">
                <a:solidFill>
                  <a:srgbClr val="CC0000"/>
                </a:solidFill>
                <a:latin typeface="Arial"/>
                <a:ea typeface="Arial"/>
                <a:cs typeface="Arial"/>
              </a:defRPr>
            </a:lvl6pPr>
            <a:lvl7pPr>
              <a:defRPr sz="3225" b="1">
                <a:solidFill>
                  <a:srgbClr val="CC0000"/>
                </a:solidFill>
                <a:latin typeface="Arial"/>
                <a:ea typeface="Arial"/>
                <a:cs typeface="Arial"/>
              </a:defRPr>
            </a:lvl7pPr>
            <a:lvl8pPr>
              <a:defRPr sz="3225" b="1">
                <a:solidFill>
                  <a:srgbClr val="CC0000"/>
                </a:solidFill>
                <a:latin typeface="Arial"/>
                <a:ea typeface="Arial"/>
                <a:cs typeface="Arial"/>
              </a:defRPr>
            </a:lvl8pPr>
            <a:lvl9pPr>
              <a:defRPr sz="3225" b="1">
                <a:solidFill>
                  <a:srgbClr val="CC0000"/>
                </a:solidFill>
                <a:latin typeface="Arial"/>
                <a:ea typeface="Arial"/>
                <a:cs typeface="Arial"/>
              </a:defRPr>
            </a:lvl9pPr>
          </a:lstStyle>
          <a:p xmlns:a="http://schemas.openxmlformats.org/drawingml/2006/main">
            <a:pPr>
              <a:defRPr sz="3225" b="1">
                <a:solidFill>
                  <a:srgbClr val="CC0000"/>
                </a:solidFill>
                <a:latin typeface="Arial"/>
                <a:ea typeface="Arial"/>
                <a:cs typeface="Arial"/>
              </a:defRPr>
            </a:pPr>
            <a:r>
              <a:rPr sz="3225" b="1">
                <a:solidFill>
                  <a:srgbClr val="CC000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A085F66-96DE-45D3-98FF-4A33345C9078}"/>
              </a:ext>
            </a:extLst>
          </p:cNvPr>
          <p:cNvSpPr>
            <a:spLocks xmlns:a="http://schemas.openxmlformats.org/drawingml/2006/main" noGrp="1"/>
          </p:cNvSpPr>
          <p:nvPr/>
        </p:nvSpPr>
        <p:spPr>
          <a:xfrm xmlns:a="http://schemas.openxmlformats.org/drawingml/2006/main">
            <a:off x="1885950" y="1971675"/>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1">
                <a:solidFill>
                  <a:srgbClr val="000000"/>
                </a:solidFill>
                <a:latin typeface="Arial"/>
                <a:ea typeface="Arial"/>
                <a:cs typeface="Arial"/>
              </a:defRPr>
            </a:defPPr>
            <a:lvl1pPr>
              <a:defRPr sz="2475" b="1">
                <a:solidFill>
                  <a:srgbClr val="000000"/>
                </a:solidFill>
                <a:latin typeface="Arial"/>
                <a:ea typeface="Arial"/>
                <a:cs typeface="Arial"/>
              </a:defRPr>
            </a:lvl1pPr>
            <a:lvl2pPr>
              <a:defRPr sz="2475" b="1">
                <a:solidFill>
                  <a:srgbClr val="000000"/>
                </a:solidFill>
                <a:latin typeface="Arial"/>
                <a:ea typeface="Arial"/>
                <a:cs typeface="Arial"/>
              </a:defRPr>
            </a:lvl2pPr>
            <a:lvl3pPr>
              <a:defRPr sz="2475" b="1">
                <a:solidFill>
                  <a:srgbClr val="000000"/>
                </a:solidFill>
                <a:latin typeface="Arial"/>
                <a:ea typeface="Arial"/>
                <a:cs typeface="Arial"/>
              </a:defRPr>
            </a:lvl3pPr>
            <a:lvl4pPr>
              <a:defRPr sz="2475" b="1">
                <a:solidFill>
                  <a:srgbClr val="000000"/>
                </a:solidFill>
                <a:latin typeface="Arial"/>
                <a:ea typeface="Arial"/>
                <a:cs typeface="Arial"/>
              </a:defRPr>
            </a:lvl4pPr>
            <a:lvl5pPr>
              <a:defRPr sz="2475" b="1">
                <a:solidFill>
                  <a:srgbClr val="000000"/>
                </a:solidFill>
                <a:latin typeface="Arial"/>
                <a:ea typeface="Arial"/>
                <a:cs typeface="Arial"/>
              </a:defRPr>
            </a:lvl5pPr>
            <a:lvl6pPr>
              <a:defRPr sz="2475" b="1">
                <a:solidFill>
                  <a:srgbClr val="000000"/>
                </a:solidFill>
                <a:latin typeface="Arial"/>
                <a:ea typeface="Arial"/>
                <a:cs typeface="Arial"/>
              </a:defRPr>
            </a:lvl6pPr>
            <a:lvl7pPr>
              <a:defRPr sz="2475" b="1">
                <a:solidFill>
                  <a:srgbClr val="000000"/>
                </a:solidFill>
                <a:latin typeface="Arial"/>
                <a:ea typeface="Arial"/>
                <a:cs typeface="Arial"/>
              </a:defRPr>
            </a:lvl7pPr>
            <a:lvl8pPr>
              <a:defRPr sz="2475" b="1">
                <a:solidFill>
                  <a:srgbClr val="000000"/>
                </a:solidFill>
                <a:latin typeface="Arial"/>
                <a:ea typeface="Arial"/>
                <a:cs typeface="Arial"/>
              </a:defRPr>
            </a:lvl8pPr>
            <a:lvl9pPr>
              <a:defRPr sz="2475" b="1">
                <a:solidFill>
                  <a:srgbClr val="000000"/>
                </a:solidFill>
                <a:latin typeface="Arial"/>
                <a:ea typeface="Arial"/>
                <a:cs typeface="Arial"/>
              </a:defRPr>
            </a:lvl9pPr>
          </a:lstStyle>
          <a:p xmlns:a="http://schemas.openxmlformats.org/drawingml/2006/main">
            <a:pPr>
              <a:defRPr sz="2475" b="1">
                <a:solidFill>
                  <a:srgbClr val="000000"/>
                </a:solidFill>
                <a:latin typeface="Arial"/>
                <a:ea typeface="Arial"/>
                <a:cs typeface="Arial"/>
              </a:defRPr>
            </a:pPr>
            <a:r>
              <a:rPr sz="2475" b="1">
                <a:solidFill>
                  <a:srgbClr val="000000"/>
                </a:solidFill>
                <a:latin typeface="Arial"/>
                <a:ea typeface="Arial"/>
                <a:cs typeface="Arial"/>
              </a:rPr>
              <a:t>Same code, different student history</a:t>
            </a:r>
          </a:p>
        </p:txBody>
      </p:sp>
      <p:sp>
        <p:nvSpPr>
          <p:cNvPr id="5" name="">
            <a:extLst xmlns:a="http://schemas.openxmlformats.org/drawingml/2006/main">
              <a:ext uri="{FF2B5EF4-FFF2-40B4-BE49-F238E27FC236}">
                <a16:creationId xmlns:a16="http://schemas.microsoft.com/office/drawing/2014/main" id="{AE0284A1-10D2-4357-B3CA-B16F148BDF48}"/>
              </a:ext>
            </a:extLst>
          </p:cNvPr>
          <p:cNvSpPr>
            <a:spLocks xmlns:a="http://schemas.openxmlformats.org/drawingml/2006/main" noGrp="1"/>
          </p:cNvSpPr>
          <p:nvPr/>
        </p:nvSpPr>
        <p:spPr>
          <a:xfrm xmlns:a="http://schemas.openxmlformats.org/drawingml/2006/main">
            <a:off x="1885950" y="25527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950" b="0">
                <a:solidFill>
                  <a:srgbClr val="595959"/>
                </a:solidFill>
                <a:latin typeface="Arial"/>
                <a:ea typeface="Arial"/>
                <a:cs typeface="Arial"/>
              </a:defRPr>
            </a:defPPr>
            <a:lvl1pPr>
              <a:defRPr sz="1950" b="0">
                <a:solidFill>
                  <a:srgbClr val="595959"/>
                </a:solidFill>
                <a:latin typeface="Arial"/>
                <a:ea typeface="Arial"/>
                <a:cs typeface="Arial"/>
              </a:defRPr>
            </a:lvl1pPr>
            <a:lvl2pPr>
              <a:defRPr sz="1950" b="0">
                <a:solidFill>
                  <a:srgbClr val="595959"/>
                </a:solidFill>
                <a:latin typeface="Arial"/>
                <a:ea typeface="Arial"/>
                <a:cs typeface="Arial"/>
              </a:defRPr>
            </a:lvl2pPr>
            <a:lvl3pPr>
              <a:defRPr sz="1950" b="0">
                <a:solidFill>
                  <a:srgbClr val="595959"/>
                </a:solidFill>
                <a:latin typeface="Arial"/>
                <a:ea typeface="Arial"/>
                <a:cs typeface="Arial"/>
              </a:defRPr>
            </a:lvl3pPr>
            <a:lvl4pPr>
              <a:defRPr sz="1950" b="0">
                <a:solidFill>
                  <a:srgbClr val="595959"/>
                </a:solidFill>
                <a:latin typeface="Arial"/>
                <a:ea typeface="Arial"/>
                <a:cs typeface="Arial"/>
              </a:defRPr>
            </a:lvl4pPr>
            <a:lvl5pPr>
              <a:defRPr sz="1950" b="0">
                <a:solidFill>
                  <a:srgbClr val="595959"/>
                </a:solidFill>
                <a:latin typeface="Arial"/>
                <a:ea typeface="Arial"/>
                <a:cs typeface="Arial"/>
              </a:defRPr>
            </a:lvl5pPr>
            <a:lvl6pPr>
              <a:defRPr sz="1950" b="0">
                <a:solidFill>
                  <a:srgbClr val="595959"/>
                </a:solidFill>
                <a:latin typeface="Arial"/>
                <a:ea typeface="Arial"/>
                <a:cs typeface="Arial"/>
              </a:defRPr>
            </a:lvl6pPr>
            <a:lvl7pPr>
              <a:defRPr sz="1950" b="0">
                <a:solidFill>
                  <a:srgbClr val="595959"/>
                </a:solidFill>
                <a:latin typeface="Arial"/>
                <a:ea typeface="Arial"/>
                <a:cs typeface="Arial"/>
              </a:defRPr>
            </a:lvl7pPr>
            <a:lvl8pPr>
              <a:defRPr sz="1950" b="0">
                <a:solidFill>
                  <a:srgbClr val="595959"/>
                </a:solidFill>
                <a:latin typeface="Arial"/>
                <a:ea typeface="Arial"/>
                <a:cs typeface="Arial"/>
              </a:defRPr>
            </a:lvl8pPr>
            <a:lvl9pPr>
              <a:defRPr sz="1950" b="0">
                <a:solidFill>
                  <a:srgbClr val="595959"/>
                </a:solidFill>
                <a:latin typeface="Arial"/>
                <a:ea typeface="Arial"/>
                <a:cs typeface="Arial"/>
              </a:defRPr>
            </a:lvl9pPr>
          </a:lstStyle>
          <a:p xmlns:a="http://schemas.openxmlformats.org/drawingml/2006/main">
            <a:pPr>
              <a:defRPr sz="1950" b="0">
                <a:solidFill>
                  <a:srgbClr val="595959"/>
                </a:solidFill>
                <a:latin typeface="Arial"/>
                <a:ea typeface="Arial"/>
                <a:cs typeface="Arial"/>
              </a:defRPr>
            </a:pPr>
            <a:r>
              <a:rPr sz="1950" b="0">
                <a:solidFill>
                  <a:srgbClr val="595959"/>
                </a:solidFill>
                <a:latin typeface="Arial"/>
                <a:ea typeface="Arial"/>
                <a:cs typeface="Arial"/>
              </a:rPr>
              <a:t>Alex compared with fresh student Sam</a:t>
            </a:r>
          </a:p>
        </p:txBody>
      </p:sp>
      <p:sp>
        <p:nvSpPr>
          <p:cNvPr id="6" name="">
            <a:extLst xmlns:a="http://schemas.openxmlformats.org/drawingml/2006/main">
              <a:ext uri="{FF2B5EF4-FFF2-40B4-BE49-F238E27FC236}">
                <a16:creationId xmlns:a16="http://schemas.microsoft.com/office/drawing/2014/main" id="{69038F31-BD9E-4585-9DFA-76AB999B5B9B}"/>
              </a:ext>
            </a:extLst>
          </p:cNvPr>
          <p:cNvSpPr>
            <a:spLocks xmlns:a="http://schemas.openxmlformats.org/drawingml/2006/main" noGrp="1"/>
          </p:cNvSpPr>
          <p:nvPr/>
        </p:nvSpPr>
        <p:spPr>
          <a:xfrm xmlns:a="http://schemas.openxmlformats.org/drawingml/2006/main">
            <a:off x="609600" y="3324225"/>
            <a:ext cx="95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225" b="1">
                <a:solidFill>
                  <a:srgbClr val="CC0000"/>
                </a:solidFill>
                <a:latin typeface="Arial"/>
                <a:ea typeface="Arial"/>
                <a:cs typeface="Arial"/>
              </a:defRPr>
            </a:defPPr>
            <a:lvl1pPr>
              <a:defRPr sz="3225" b="1">
                <a:solidFill>
                  <a:srgbClr val="CC0000"/>
                </a:solidFill>
                <a:latin typeface="Arial"/>
                <a:ea typeface="Arial"/>
                <a:cs typeface="Arial"/>
              </a:defRPr>
            </a:lvl1pPr>
            <a:lvl2pPr>
              <a:defRPr sz="3225" b="1">
                <a:solidFill>
                  <a:srgbClr val="CC0000"/>
                </a:solidFill>
                <a:latin typeface="Arial"/>
                <a:ea typeface="Arial"/>
                <a:cs typeface="Arial"/>
              </a:defRPr>
            </a:lvl2pPr>
            <a:lvl3pPr>
              <a:defRPr sz="3225" b="1">
                <a:solidFill>
                  <a:srgbClr val="CC0000"/>
                </a:solidFill>
                <a:latin typeface="Arial"/>
                <a:ea typeface="Arial"/>
                <a:cs typeface="Arial"/>
              </a:defRPr>
            </a:lvl3pPr>
            <a:lvl4pPr>
              <a:defRPr sz="3225" b="1">
                <a:solidFill>
                  <a:srgbClr val="CC0000"/>
                </a:solidFill>
                <a:latin typeface="Arial"/>
                <a:ea typeface="Arial"/>
                <a:cs typeface="Arial"/>
              </a:defRPr>
            </a:lvl4pPr>
            <a:lvl5pPr>
              <a:defRPr sz="3225" b="1">
                <a:solidFill>
                  <a:srgbClr val="CC0000"/>
                </a:solidFill>
                <a:latin typeface="Arial"/>
                <a:ea typeface="Arial"/>
                <a:cs typeface="Arial"/>
              </a:defRPr>
            </a:lvl5pPr>
            <a:lvl6pPr>
              <a:defRPr sz="3225" b="1">
                <a:solidFill>
                  <a:srgbClr val="CC0000"/>
                </a:solidFill>
                <a:latin typeface="Arial"/>
                <a:ea typeface="Arial"/>
                <a:cs typeface="Arial"/>
              </a:defRPr>
            </a:lvl6pPr>
            <a:lvl7pPr>
              <a:defRPr sz="3225" b="1">
                <a:solidFill>
                  <a:srgbClr val="CC0000"/>
                </a:solidFill>
                <a:latin typeface="Arial"/>
                <a:ea typeface="Arial"/>
                <a:cs typeface="Arial"/>
              </a:defRPr>
            </a:lvl7pPr>
            <a:lvl8pPr>
              <a:defRPr sz="3225" b="1">
                <a:solidFill>
                  <a:srgbClr val="CC0000"/>
                </a:solidFill>
                <a:latin typeface="Arial"/>
                <a:ea typeface="Arial"/>
                <a:cs typeface="Arial"/>
              </a:defRPr>
            </a:lvl8pPr>
            <a:lvl9pPr>
              <a:defRPr sz="3225" b="1">
                <a:solidFill>
                  <a:srgbClr val="CC0000"/>
                </a:solidFill>
                <a:latin typeface="Arial"/>
                <a:ea typeface="Arial"/>
                <a:cs typeface="Arial"/>
              </a:defRPr>
            </a:lvl9pPr>
          </a:lstStyle>
          <a:p xmlns:a="http://schemas.openxmlformats.org/drawingml/2006/main">
            <a:pPr>
              <a:defRPr sz="3225" b="1">
                <a:solidFill>
                  <a:srgbClr val="CC0000"/>
                </a:solidFill>
                <a:latin typeface="Arial"/>
                <a:ea typeface="Arial"/>
                <a:cs typeface="Arial"/>
              </a:defRPr>
            </a:pPr>
            <a:r>
              <a:rPr sz="3225" b="1">
                <a:solidFill>
                  <a:srgbClr val="CC000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CAFC731-1861-4591-9640-B919D91B889B}"/>
              </a:ext>
            </a:extLst>
          </p:cNvPr>
          <p:cNvSpPr>
            <a:spLocks xmlns:a="http://schemas.openxmlformats.org/drawingml/2006/main" noGrp="1"/>
          </p:cNvSpPr>
          <p:nvPr/>
        </p:nvSpPr>
        <p:spPr>
          <a:xfrm xmlns:a="http://schemas.openxmlformats.org/drawingml/2006/main">
            <a:off x="1885950" y="3324225"/>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1">
                <a:solidFill>
                  <a:srgbClr val="000000"/>
                </a:solidFill>
                <a:latin typeface="Arial"/>
                <a:ea typeface="Arial"/>
                <a:cs typeface="Arial"/>
              </a:defRPr>
            </a:defPPr>
            <a:lvl1pPr>
              <a:defRPr sz="2475" b="1">
                <a:solidFill>
                  <a:srgbClr val="000000"/>
                </a:solidFill>
                <a:latin typeface="Arial"/>
                <a:ea typeface="Arial"/>
                <a:cs typeface="Arial"/>
              </a:defRPr>
            </a:lvl1pPr>
            <a:lvl2pPr>
              <a:defRPr sz="2475" b="1">
                <a:solidFill>
                  <a:srgbClr val="000000"/>
                </a:solidFill>
                <a:latin typeface="Arial"/>
                <a:ea typeface="Arial"/>
                <a:cs typeface="Arial"/>
              </a:defRPr>
            </a:lvl2pPr>
            <a:lvl3pPr>
              <a:defRPr sz="2475" b="1">
                <a:solidFill>
                  <a:srgbClr val="000000"/>
                </a:solidFill>
                <a:latin typeface="Arial"/>
                <a:ea typeface="Arial"/>
                <a:cs typeface="Arial"/>
              </a:defRPr>
            </a:lvl3pPr>
            <a:lvl4pPr>
              <a:defRPr sz="2475" b="1">
                <a:solidFill>
                  <a:srgbClr val="000000"/>
                </a:solidFill>
                <a:latin typeface="Arial"/>
                <a:ea typeface="Arial"/>
                <a:cs typeface="Arial"/>
              </a:defRPr>
            </a:lvl4pPr>
            <a:lvl5pPr>
              <a:defRPr sz="2475" b="1">
                <a:solidFill>
                  <a:srgbClr val="000000"/>
                </a:solidFill>
                <a:latin typeface="Arial"/>
                <a:ea typeface="Arial"/>
                <a:cs typeface="Arial"/>
              </a:defRPr>
            </a:lvl5pPr>
            <a:lvl6pPr>
              <a:defRPr sz="2475" b="1">
                <a:solidFill>
                  <a:srgbClr val="000000"/>
                </a:solidFill>
                <a:latin typeface="Arial"/>
                <a:ea typeface="Arial"/>
                <a:cs typeface="Arial"/>
              </a:defRPr>
            </a:lvl6pPr>
            <a:lvl7pPr>
              <a:defRPr sz="2475" b="1">
                <a:solidFill>
                  <a:srgbClr val="000000"/>
                </a:solidFill>
                <a:latin typeface="Arial"/>
                <a:ea typeface="Arial"/>
                <a:cs typeface="Arial"/>
              </a:defRPr>
            </a:lvl7pPr>
            <a:lvl8pPr>
              <a:defRPr sz="2475" b="1">
                <a:solidFill>
                  <a:srgbClr val="000000"/>
                </a:solidFill>
                <a:latin typeface="Arial"/>
                <a:ea typeface="Arial"/>
                <a:cs typeface="Arial"/>
              </a:defRPr>
            </a:lvl8pPr>
            <a:lvl9pPr>
              <a:defRPr sz="2475" b="1">
                <a:solidFill>
                  <a:srgbClr val="000000"/>
                </a:solidFill>
                <a:latin typeface="Arial"/>
                <a:ea typeface="Arial"/>
                <a:cs typeface="Arial"/>
              </a:defRPr>
            </a:lvl9pPr>
          </a:lstStyle>
          <a:p xmlns:a="http://schemas.openxmlformats.org/drawingml/2006/main">
            <a:pPr>
              <a:defRPr sz="2475" b="1">
                <a:solidFill>
                  <a:srgbClr val="000000"/>
                </a:solidFill>
                <a:latin typeface="Arial"/>
                <a:ea typeface="Arial"/>
                <a:cs typeface="Arial"/>
              </a:defRPr>
            </a:pPr>
            <a:r>
              <a:rPr sz="2475" b="1">
                <a:solidFill>
                  <a:srgbClr val="000000"/>
                </a:solidFill>
                <a:latin typeface="Arial"/>
                <a:ea typeface="Arial"/>
                <a:cs typeface="Arial"/>
              </a:rPr>
              <a:t>The office-hours handoff</a:t>
            </a:r>
          </a:p>
        </p:txBody>
      </p:sp>
      <p:sp>
        <p:nvSpPr>
          <p:cNvPr id="8" name="">
            <a:extLst xmlns:a="http://schemas.openxmlformats.org/drawingml/2006/main">
              <a:ext uri="{FF2B5EF4-FFF2-40B4-BE49-F238E27FC236}">
                <a16:creationId xmlns:a16="http://schemas.microsoft.com/office/drawing/2014/main" id="{F2AB4EEC-3E36-4227-BDCA-A2DCE99A58D8}"/>
              </a:ext>
            </a:extLst>
          </p:cNvPr>
          <p:cNvSpPr>
            <a:spLocks xmlns:a="http://schemas.openxmlformats.org/drawingml/2006/main" noGrp="1"/>
          </p:cNvSpPr>
          <p:nvPr/>
        </p:nvSpPr>
        <p:spPr>
          <a:xfrm xmlns:a="http://schemas.openxmlformats.org/drawingml/2006/main">
            <a:off x="1885950" y="39052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950" b="0">
                <a:solidFill>
                  <a:srgbClr val="595959"/>
                </a:solidFill>
                <a:latin typeface="Arial"/>
                <a:ea typeface="Arial"/>
                <a:cs typeface="Arial"/>
              </a:defRPr>
            </a:defPPr>
            <a:lvl1pPr>
              <a:defRPr sz="1950" b="0">
                <a:solidFill>
                  <a:srgbClr val="595959"/>
                </a:solidFill>
                <a:latin typeface="Arial"/>
                <a:ea typeface="Arial"/>
                <a:cs typeface="Arial"/>
              </a:defRPr>
            </a:lvl1pPr>
            <a:lvl2pPr>
              <a:defRPr sz="1950" b="0">
                <a:solidFill>
                  <a:srgbClr val="595959"/>
                </a:solidFill>
                <a:latin typeface="Arial"/>
                <a:ea typeface="Arial"/>
                <a:cs typeface="Arial"/>
              </a:defRPr>
            </a:lvl2pPr>
            <a:lvl3pPr>
              <a:defRPr sz="1950" b="0">
                <a:solidFill>
                  <a:srgbClr val="595959"/>
                </a:solidFill>
                <a:latin typeface="Arial"/>
                <a:ea typeface="Arial"/>
                <a:cs typeface="Arial"/>
              </a:defRPr>
            </a:lvl3pPr>
            <a:lvl4pPr>
              <a:defRPr sz="1950" b="0">
                <a:solidFill>
                  <a:srgbClr val="595959"/>
                </a:solidFill>
                <a:latin typeface="Arial"/>
                <a:ea typeface="Arial"/>
                <a:cs typeface="Arial"/>
              </a:defRPr>
            </a:lvl4pPr>
            <a:lvl5pPr>
              <a:defRPr sz="1950" b="0">
                <a:solidFill>
                  <a:srgbClr val="595959"/>
                </a:solidFill>
                <a:latin typeface="Arial"/>
                <a:ea typeface="Arial"/>
                <a:cs typeface="Arial"/>
              </a:defRPr>
            </a:lvl5pPr>
            <a:lvl6pPr>
              <a:defRPr sz="1950" b="0">
                <a:solidFill>
                  <a:srgbClr val="595959"/>
                </a:solidFill>
                <a:latin typeface="Arial"/>
                <a:ea typeface="Arial"/>
                <a:cs typeface="Arial"/>
              </a:defRPr>
            </a:lvl6pPr>
            <a:lvl7pPr>
              <a:defRPr sz="1950" b="0">
                <a:solidFill>
                  <a:srgbClr val="595959"/>
                </a:solidFill>
                <a:latin typeface="Arial"/>
                <a:ea typeface="Arial"/>
                <a:cs typeface="Arial"/>
              </a:defRPr>
            </a:lvl7pPr>
            <a:lvl8pPr>
              <a:defRPr sz="1950" b="0">
                <a:solidFill>
                  <a:srgbClr val="595959"/>
                </a:solidFill>
                <a:latin typeface="Arial"/>
                <a:ea typeface="Arial"/>
                <a:cs typeface="Arial"/>
              </a:defRPr>
            </a:lvl8pPr>
            <a:lvl9pPr>
              <a:defRPr sz="1950" b="0">
                <a:solidFill>
                  <a:srgbClr val="595959"/>
                </a:solidFill>
                <a:latin typeface="Arial"/>
                <a:ea typeface="Arial"/>
                <a:cs typeface="Arial"/>
              </a:defRPr>
            </a:lvl9pPr>
          </a:lstStyle>
          <a:p xmlns:a="http://schemas.openxmlformats.org/drawingml/2006/main">
            <a:pPr>
              <a:defRPr sz="1950" b="0">
                <a:solidFill>
                  <a:srgbClr val="595959"/>
                </a:solidFill>
                <a:latin typeface="Arial"/>
                <a:ea typeface="Arial"/>
                <a:cs typeface="Arial"/>
              </a:defRPr>
            </a:pPr>
            <a:r>
              <a:rPr sz="1950" b="0">
                <a:solidFill>
                  <a:srgbClr val="595959"/>
                </a:solidFill>
                <a:latin typeface="Arial"/>
                <a:ea typeface="Arial"/>
                <a:cs typeface="Arial"/>
              </a:rPr>
              <a:t>A nudge and a concise account of prior attempts</a:t>
            </a:r>
          </a:p>
        </p:txBody>
      </p:sp>
      <p:sp>
        <p:nvSpPr>
          <p:cNvPr id="9" name="">
            <a:extLst xmlns:a="http://schemas.openxmlformats.org/drawingml/2006/main">
              <a:ext uri="{FF2B5EF4-FFF2-40B4-BE49-F238E27FC236}">
                <a16:creationId xmlns:a16="http://schemas.microsoft.com/office/drawing/2014/main" id="{6EC41E41-59B9-4FFC-8887-4C70024432C1}"/>
              </a:ext>
            </a:extLst>
          </p:cNvPr>
          <p:cNvSpPr>
            <a:spLocks xmlns:a="http://schemas.openxmlformats.org/drawingml/2006/main" noGrp="1"/>
          </p:cNvSpPr>
          <p:nvPr/>
        </p:nvSpPr>
        <p:spPr>
          <a:xfrm xmlns:a="http://schemas.openxmlformats.org/drawingml/2006/main">
            <a:off x="609600" y="4676775"/>
            <a:ext cx="95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225" b="1">
                <a:solidFill>
                  <a:srgbClr val="CC0000"/>
                </a:solidFill>
                <a:latin typeface="Arial"/>
                <a:ea typeface="Arial"/>
                <a:cs typeface="Arial"/>
              </a:defRPr>
            </a:defPPr>
            <a:lvl1pPr>
              <a:defRPr sz="3225" b="1">
                <a:solidFill>
                  <a:srgbClr val="CC0000"/>
                </a:solidFill>
                <a:latin typeface="Arial"/>
                <a:ea typeface="Arial"/>
                <a:cs typeface="Arial"/>
              </a:defRPr>
            </a:lvl1pPr>
            <a:lvl2pPr>
              <a:defRPr sz="3225" b="1">
                <a:solidFill>
                  <a:srgbClr val="CC0000"/>
                </a:solidFill>
                <a:latin typeface="Arial"/>
                <a:ea typeface="Arial"/>
                <a:cs typeface="Arial"/>
              </a:defRPr>
            </a:lvl2pPr>
            <a:lvl3pPr>
              <a:defRPr sz="3225" b="1">
                <a:solidFill>
                  <a:srgbClr val="CC0000"/>
                </a:solidFill>
                <a:latin typeface="Arial"/>
                <a:ea typeface="Arial"/>
                <a:cs typeface="Arial"/>
              </a:defRPr>
            </a:lvl3pPr>
            <a:lvl4pPr>
              <a:defRPr sz="3225" b="1">
                <a:solidFill>
                  <a:srgbClr val="CC0000"/>
                </a:solidFill>
                <a:latin typeface="Arial"/>
                <a:ea typeface="Arial"/>
                <a:cs typeface="Arial"/>
              </a:defRPr>
            </a:lvl4pPr>
            <a:lvl5pPr>
              <a:defRPr sz="3225" b="1">
                <a:solidFill>
                  <a:srgbClr val="CC0000"/>
                </a:solidFill>
                <a:latin typeface="Arial"/>
                <a:ea typeface="Arial"/>
                <a:cs typeface="Arial"/>
              </a:defRPr>
            </a:lvl5pPr>
            <a:lvl6pPr>
              <a:defRPr sz="3225" b="1">
                <a:solidFill>
                  <a:srgbClr val="CC0000"/>
                </a:solidFill>
                <a:latin typeface="Arial"/>
                <a:ea typeface="Arial"/>
                <a:cs typeface="Arial"/>
              </a:defRPr>
            </a:lvl6pPr>
            <a:lvl7pPr>
              <a:defRPr sz="3225" b="1">
                <a:solidFill>
                  <a:srgbClr val="CC0000"/>
                </a:solidFill>
                <a:latin typeface="Arial"/>
                <a:ea typeface="Arial"/>
                <a:cs typeface="Arial"/>
              </a:defRPr>
            </a:lvl7pPr>
            <a:lvl8pPr>
              <a:defRPr sz="3225" b="1">
                <a:solidFill>
                  <a:srgbClr val="CC0000"/>
                </a:solidFill>
                <a:latin typeface="Arial"/>
                <a:ea typeface="Arial"/>
                <a:cs typeface="Arial"/>
              </a:defRPr>
            </a:lvl8pPr>
            <a:lvl9pPr>
              <a:defRPr sz="3225" b="1">
                <a:solidFill>
                  <a:srgbClr val="CC0000"/>
                </a:solidFill>
                <a:latin typeface="Arial"/>
                <a:ea typeface="Arial"/>
                <a:cs typeface="Arial"/>
              </a:defRPr>
            </a:lvl9pPr>
          </a:lstStyle>
          <a:p xmlns:a="http://schemas.openxmlformats.org/drawingml/2006/main">
            <a:pPr>
              <a:defRPr sz="3225" b="1">
                <a:solidFill>
                  <a:srgbClr val="CC0000"/>
                </a:solidFill>
                <a:latin typeface="Arial"/>
                <a:ea typeface="Arial"/>
                <a:cs typeface="Arial"/>
              </a:defRPr>
            </a:pPr>
            <a:r>
              <a:rPr sz="3225" b="1">
                <a:solidFill>
                  <a:srgbClr val="CC0000"/>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B3D2FEE-7125-451D-A398-F613CC71ADD9}"/>
              </a:ext>
            </a:extLst>
          </p:cNvPr>
          <p:cNvSpPr>
            <a:spLocks xmlns:a="http://schemas.openxmlformats.org/drawingml/2006/main" noGrp="1"/>
          </p:cNvSpPr>
          <p:nvPr/>
        </p:nvSpPr>
        <p:spPr>
          <a:xfrm xmlns:a="http://schemas.openxmlformats.org/drawingml/2006/main">
            <a:off x="1885950" y="4676775"/>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1">
                <a:solidFill>
                  <a:srgbClr val="000000"/>
                </a:solidFill>
                <a:latin typeface="Arial"/>
                <a:ea typeface="Arial"/>
                <a:cs typeface="Arial"/>
              </a:defRPr>
            </a:defPPr>
            <a:lvl1pPr>
              <a:defRPr sz="2475" b="1">
                <a:solidFill>
                  <a:srgbClr val="000000"/>
                </a:solidFill>
                <a:latin typeface="Arial"/>
                <a:ea typeface="Arial"/>
                <a:cs typeface="Arial"/>
              </a:defRPr>
            </a:lvl1pPr>
            <a:lvl2pPr>
              <a:defRPr sz="2475" b="1">
                <a:solidFill>
                  <a:srgbClr val="000000"/>
                </a:solidFill>
                <a:latin typeface="Arial"/>
                <a:ea typeface="Arial"/>
                <a:cs typeface="Arial"/>
              </a:defRPr>
            </a:lvl2pPr>
            <a:lvl3pPr>
              <a:defRPr sz="2475" b="1">
                <a:solidFill>
                  <a:srgbClr val="000000"/>
                </a:solidFill>
                <a:latin typeface="Arial"/>
                <a:ea typeface="Arial"/>
                <a:cs typeface="Arial"/>
              </a:defRPr>
            </a:lvl3pPr>
            <a:lvl4pPr>
              <a:defRPr sz="2475" b="1">
                <a:solidFill>
                  <a:srgbClr val="000000"/>
                </a:solidFill>
                <a:latin typeface="Arial"/>
                <a:ea typeface="Arial"/>
                <a:cs typeface="Arial"/>
              </a:defRPr>
            </a:lvl4pPr>
            <a:lvl5pPr>
              <a:defRPr sz="2475" b="1">
                <a:solidFill>
                  <a:srgbClr val="000000"/>
                </a:solidFill>
                <a:latin typeface="Arial"/>
                <a:ea typeface="Arial"/>
                <a:cs typeface="Arial"/>
              </a:defRPr>
            </a:lvl5pPr>
            <a:lvl6pPr>
              <a:defRPr sz="2475" b="1">
                <a:solidFill>
                  <a:srgbClr val="000000"/>
                </a:solidFill>
                <a:latin typeface="Arial"/>
                <a:ea typeface="Arial"/>
                <a:cs typeface="Arial"/>
              </a:defRPr>
            </a:lvl6pPr>
            <a:lvl7pPr>
              <a:defRPr sz="2475" b="1">
                <a:solidFill>
                  <a:srgbClr val="000000"/>
                </a:solidFill>
                <a:latin typeface="Arial"/>
                <a:ea typeface="Arial"/>
                <a:cs typeface="Arial"/>
              </a:defRPr>
            </a:lvl7pPr>
            <a:lvl8pPr>
              <a:defRPr sz="2475" b="1">
                <a:solidFill>
                  <a:srgbClr val="000000"/>
                </a:solidFill>
                <a:latin typeface="Arial"/>
                <a:ea typeface="Arial"/>
                <a:cs typeface="Arial"/>
              </a:defRPr>
            </a:lvl8pPr>
            <a:lvl9pPr>
              <a:defRPr sz="2475" b="1">
                <a:solidFill>
                  <a:srgbClr val="000000"/>
                </a:solidFill>
                <a:latin typeface="Arial"/>
                <a:ea typeface="Arial"/>
                <a:cs typeface="Arial"/>
              </a:defRPr>
            </a:lvl9pPr>
          </a:lstStyle>
          <a:p xmlns:a="http://schemas.openxmlformats.org/drawingml/2006/main">
            <a:pPr>
              <a:defRPr sz="2475" b="1">
                <a:solidFill>
                  <a:srgbClr val="000000"/>
                </a:solidFill>
                <a:latin typeface="Arial"/>
                <a:ea typeface="Arial"/>
                <a:cs typeface="Arial"/>
              </a:defRPr>
            </a:pPr>
            <a:r>
              <a:rPr sz="2475" b="1">
                <a:solidFill>
                  <a:srgbClr val="000000"/>
                </a:solidFill>
                <a:latin typeface="Arial"/>
                <a:ea typeface="Arial"/>
                <a:cs typeface="Arial"/>
              </a:rPr>
              <a:t>An updated course and a workable schedule</a:t>
            </a:r>
          </a:p>
        </p:txBody>
      </p:sp>
      <p:sp>
        <p:nvSpPr>
          <p:cNvPr id="11" name="">
            <a:extLst xmlns:a="http://schemas.openxmlformats.org/drawingml/2006/main">
              <a:ext uri="{FF2B5EF4-FFF2-40B4-BE49-F238E27FC236}">
                <a16:creationId xmlns:a16="http://schemas.microsoft.com/office/drawing/2014/main" id="{390959E1-949C-435F-AA0D-526F7E012992}"/>
              </a:ext>
            </a:extLst>
          </p:cNvPr>
          <p:cNvSpPr>
            <a:spLocks xmlns:a="http://schemas.openxmlformats.org/drawingml/2006/main" noGrp="1"/>
          </p:cNvSpPr>
          <p:nvPr/>
        </p:nvSpPr>
        <p:spPr>
          <a:xfrm xmlns:a="http://schemas.openxmlformats.org/drawingml/2006/main">
            <a:off x="1885950" y="52578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950" b="0">
                <a:solidFill>
                  <a:srgbClr val="595959"/>
                </a:solidFill>
                <a:latin typeface="Arial"/>
                <a:ea typeface="Arial"/>
                <a:cs typeface="Arial"/>
              </a:defRPr>
            </a:defPPr>
            <a:lvl1pPr>
              <a:defRPr sz="1950" b="0">
                <a:solidFill>
                  <a:srgbClr val="595959"/>
                </a:solidFill>
                <a:latin typeface="Arial"/>
                <a:ea typeface="Arial"/>
                <a:cs typeface="Arial"/>
              </a:defRPr>
            </a:lvl1pPr>
            <a:lvl2pPr>
              <a:defRPr sz="1950" b="0">
                <a:solidFill>
                  <a:srgbClr val="595959"/>
                </a:solidFill>
                <a:latin typeface="Arial"/>
                <a:ea typeface="Arial"/>
                <a:cs typeface="Arial"/>
              </a:defRPr>
            </a:lvl2pPr>
            <a:lvl3pPr>
              <a:defRPr sz="1950" b="0">
                <a:solidFill>
                  <a:srgbClr val="595959"/>
                </a:solidFill>
                <a:latin typeface="Arial"/>
                <a:ea typeface="Arial"/>
                <a:cs typeface="Arial"/>
              </a:defRPr>
            </a:lvl3pPr>
            <a:lvl4pPr>
              <a:defRPr sz="1950" b="0">
                <a:solidFill>
                  <a:srgbClr val="595959"/>
                </a:solidFill>
                <a:latin typeface="Arial"/>
                <a:ea typeface="Arial"/>
                <a:cs typeface="Arial"/>
              </a:defRPr>
            </a:lvl4pPr>
            <a:lvl5pPr>
              <a:defRPr sz="1950" b="0">
                <a:solidFill>
                  <a:srgbClr val="595959"/>
                </a:solidFill>
                <a:latin typeface="Arial"/>
                <a:ea typeface="Arial"/>
                <a:cs typeface="Arial"/>
              </a:defRPr>
            </a:lvl5pPr>
            <a:lvl6pPr>
              <a:defRPr sz="1950" b="0">
                <a:solidFill>
                  <a:srgbClr val="595959"/>
                </a:solidFill>
                <a:latin typeface="Arial"/>
                <a:ea typeface="Arial"/>
                <a:cs typeface="Arial"/>
              </a:defRPr>
            </a:lvl6pPr>
            <a:lvl7pPr>
              <a:defRPr sz="1950" b="0">
                <a:solidFill>
                  <a:srgbClr val="595959"/>
                </a:solidFill>
                <a:latin typeface="Arial"/>
                <a:ea typeface="Arial"/>
                <a:cs typeface="Arial"/>
              </a:defRPr>
            </a:lvl7pPr>
            <a:lvl8pPr>
              <a:defRPr sz="1950" b="0">
                <a:solidFill>
                  <a:srgbClr val="595959"/>
                </a:solidFill>
                <a:latin typeface="Arial"/>
                <a:ea typeface="Arial"/>
                <a:cs typeface="Arial"/>
              </a:defRPr>
            </a:lvl8pPr>
            <a:lvl9pPr>
              <a:defRPr sz="1950" b="0">
                <a:solidFill>
                  <a:srgbClr val="595959"/>
                </a:solidFill>
                <a:latin typeface="Arial"/>
                <a:ea typeface="Arial"/>
                <a:cs typeface="Arial"/>
              </a:defRPr>
            </a:lvl9pPr>
          </a:lstStyle>
          <a:p xmlns:a="http://schemas.openxmlformats.org/drawingml/2006/main">
            <a:pPr>
              <a:defRPr sz="1950" b="0">
                <a:solidFill>
                  <a:srgbClr val="595959"/>
                </a:solidFill>
                <a:latin typeface="Arial"/>
                <a:ea typeface="Arial"/>
                <a:cs typeface="Arial"/>
              </a:defRPr>
            </a:pPr>
            <a:r>
              <a:rPr sz="1950" b="0">
                <a:solidFill>
                  <a:srgbClr val="595959"/>
                </a:solidFill>
                <a:latin typeface="Arial"/>
                <a:ea typeface="Arial"/>
                <a:cs typeface="Arial"/>
              </a:rPr>
              <a:t>Sync the sample course, then solve from preferences</a:t>
            </a:r>
          </a:p>
        </p:txBody>
      </p:sp>
    </p:spTree>
    <p:extLst>
      <p:ext uri="{BB962C8B-B14F-4D97-AF65-F5344CB8AC3E}">
        <p14:creationId xmlns:p14="http://schemas.microsoft.com/office/powerpoint/2010/main" val="902421041"/>
      </p:ext>
    </p:extLst>
  </p:cSld>
</p:sld>
</file>

<file path=ppt/slides/slide10.xml><?xml version="1.0" encoding="utf-8"?>
<p:sld xmlns:p="http://schemas.openxmlformats.org/presentationml/2006/main">
  <p:cSld>
    <p:bg>
      <p:bgPr>
        <a:solidFill xmlns:a="http://schemas.openxmlformats.org/drawingml/2006/main">
          <a:srgbClr val="CC000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967062-F073-4D2E-9A24-9A742FBABE41}"/>
              </a:ext>
            </a:extLst>
          </p:cNvPr>
          <p:cNvSpPr>
            <a:spLocks xmlns:a="http://schemas.openxmlformats.org/drawingml/2006/main" noGrp="1"/>
          </p:cNvSpPr>
          <p:nvPr/>
        </p:nvSpPr>
        <p:spPr>
          <a:xfrm xmlns:a="http://schemas.openxmlformats.org/drawingml/2006/main">
            <a:off x="609600" y="457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Prototype today, pilot next</a:t>
            </a:r>
          </a:p>
        </p:txBody>
      </p:sp>
      <p:sp>
        <p:nvSpPr>
          <p:cNvPr id="2" name="">
            <a:extLst xmlns:a="http://schemas.openxmlformats.org/drawingml/2006/main">
              <a:ext uri="{FF2B5EF4-FFF2-40B4-BE49-F238E27FC236}">
                <a16:creationId xmlns:a16="http://schemas.microsoft.com/office/drawing/2014/main" id="{53C8A3DD-84D0-45ED-B45E-1D74D232AA01}"/>
              </a:ext>
            </a:extLst>
          </p:cNvPr>
          <p:cNvSpPr>
            <a:spLocks xmlns:a="http://schemas.openxmlformats.org/drawingml/2006/main" noGrp="1"/>
          </p:cNvSpPr>
          <p:nvPr/>
        </p:nvSpPr>
        <p:spPr>
          <a:xfrm xmlns:a="http://schemas.openxmlformats.org/drawingml/2006/main">
            <a:off x="11049000" y="63055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425" b="0">
                <a:solidFill>
                  <a:srgbClr val="FFFFFF"/>
                </a:solidFill>
                <a:latin typeface="Arial"/>
                <a:ea typeface="Arial"/>
                <a:cs typeface="Arial"/>
              </a:defRPr>
            </a:defPPr>
            <a:lvl1pPr>
              <a:defRPr sz="1425" b="0">
                <a:solidFill>
                  <a:srgbClr val="FFFFFF"/>
                </a:solidFill>
                <a:latin typeface="Arial"/>
                <a:ea typeface="Arial"/>
                <a:cs typeface="Arial"/>
              </a:defRPr>
            </a:lvl1pPr>
            <a:lvl2pPr>
              <a:defRPr sz="1425" b="0">
                <a:solidFill>
                  <a:srgbClr val="FFFFFF"/>
                </a:solidFill>
                <a:latin typeface="Arial"/>
                <a:ea typeface="Arial"/>
                <a:cs typeface="Arial"/>
              </a:defRPr>
            </a:lvl2pPr>
            <a:lvl3pPr>
              <a:defRPr sz="1425" b="0">
                <a:solidFill>
                  <a:srgbClr val="FFFFFF"/>
                </a:solidFill>
                <a:latin typeface="Arial"/>
                <a:ea typeface="Arial"/>
                <a:cs typeface="Arial"/>
              </a:defRPr>
            </a:lvl3pPr>
            <a:lvl4pPr>
              <a:defRPr sz="1425" b="0">
                <a:solidFill>
                  <a:srgbClr val="FFFFFF"/>
                </a:solidFill>
                <a:latin typeface="Arial"/>
                <a:ea typeface="Arial"/>
                <a:cs typeface="Arial"/>
              </a:defRPr>
            </a:lvl4pPr>
            <a:lvl5pPr>
              <a:defRPr sz="1425" b="0">
                <a:solidFill>
                  <a:srgbClr val="FFFFFF"/>
                </a:solidFill>
                <a:latin typeface="Arial"/>
                <a:ea typeface="Arial"/>
                <a:cs typeface="Arial"/>
              </a:defRPr>
            </a:lvl5pPr>
            <a:lvl6pPr>
              <a:defRPr sz="1425" b="0">
                <a:solidFill>
                  <a:srgbClr val="FFFFFF"/>
                </a:solidFill>
                <a:latin typeface="Arial"/>
                <a:ea typeface="Arial"/>
                <a:cs typeface="Arial"/>
              </a:defRPr>
            </a:lvl6pPr>
            <a:lvl7pPr>
              <a:defRPr sz="1425" b="0">
                <a:solidFill>
                  <a:srgbClr val="FFFFFF"/>
                </a:solidFill>
                <a:latin typeface="Arial"/>
                <a:ea typeface="Arial"/>
                <a:cs typeface="Arial"/>
              </a:defRPr>
            </a:lvl7pPr>
            <a:lvl8pPr>
              <a:defRPr sz="1425" b="0">
                <a:solidFill>
                  <a:srgbClr val="FFFFFF"/>
                </a:solidFill>
                <a:latin typeface="Arial"/>
                <a:ea typeface="Arial"/>
                <a:cs typeface="Arial"/>
              </a:defRPr>
            </a:lvl8pPr>
            <a:lvl9pPr>
              <a:defRPr sz="1425" b="0">
                <a:solidFill>
                  <a:srgbClr val="FFFFFF"/>
                </a:solidFill>
                <a:latin typeface="Arial"/>
                <a:ea typeface="Arial"/>
                <a:cs typeface="Arial"/>
              </a:defRPr>
            </a:lvl9pPr>
          </a:lstStyle>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178F1B0-4EFD-4491-9CC0-B6632552D46E}"/>
              </a:ext>
            </a:extLst>
          </p:cNvPr>
          <p:cNvSpPr>
            <a:spLocks xmlns:a="http://schemas.openxmlformats.org/drawingml/2006/main" noGrp="1"/>
          </p:cNvSpPr>
          <p:nvPr/>
        </p:nvSpPr>
        <p:spPr>
          <a:xfrm xmlns:a="http://schemas.openxmlformats.org/drawingml/2006/main">
            <a:off x="609600" y="20097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Current prototype</a:t>
            </a:r>
          </a:p>
        </p:txBody>
      </p:sp>
      <p:sp>
        <p:nvSpPr>
          <p:cNvPr id="4" name="">
            <a:extLst xmlns:a="http://schemas.openxmlformats.org/drawingml/2006/main">
              <a:ext uri="{FF2B5EF4-FFF2-40B4-BE49-F238E27FC236}">
                <a16:creationId xmlns:a16="http://schemas.microsoft.com/office/drawing/2014/main" id="{48F2CBFC-A08C-433C-A753-4EBDE94C5F86}"/>
              </a:ext>
            </a:extLst>
          </p:cNvPr>
          <p:cNvSpPr>
            <a:spLocks xmlns:a="http://schemas.openxmlformats.org/drawingml/2006/main" noGrp="1"/>
          </p:cNvSpPr>
          <p:nvPr/>
        </p:nvSpPr>
        <p:spPr>
          <a:xfrm xmlns:a="http://schemas.openxmlformats.org/drawingml/2006/main">
            <a:off x="609600" y="2943225"/>
            <a:ext cx="51435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Test execution with saved history</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Tutor and TA workflows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Course sync and schedule solver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 and native macOS clients</a:t>
            </a:r>
          </a:p>
        </p:txBody>
      </p:sp>
      <p:sp>
        <p:nvSpPr>
          <p:cNvPr id="5" name="">
            <a:extLst xmlns:a="http://schemas.openxmlformats.org/drawingml/2006/main">
              <a:ext uri="{FF2B5EF4-FFF2-40B4-BE49-F238E27FC236}">
                <a16:creationId xmlns:a16="http://schemas.microsoft.com/office/drawing/2014/main" id="{5FCEAEB4-F97B-4561-95E0-4FBC06AEE524}"/>
              </a:ext>
            </a:extLst>
          </p:cNvPr>
          <p:cNvSpPr>
            <a:spLocks xmlns:a="http://schemas.openxmlformats.org/drawingml/2006/main" noGrp="1"/>
          </p:cNvSpPr>
          <p:nvPr/>
        </p:nvSpPr>
        <p:spPr>
          <a:xfrm xmlns:a="http://schemas.openxmlformats.org/drawingml/2006/main">
            <a:off x="6705600" y="20097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Before a student pilot</a:t>
            </a:r>
          </a:p>
        </p:txBody>
      </p:sp>
      <p:sp>
        <p:nvSpPr>
          <p:cNvPr id="6" name="">
            <a:extLst xmlns:a="http://schemas.openxmlformats.org/drawingml/2006/main">
              <a:ext uri="{FF2B5EF4-FFF2-40B4-BE49-F238E27FC236}">
                <a16:creationId xmlns:a16="http://schemas.microsoft.com/office/drawing/2014/main" id="{3C27372D-A938-4F35-9D53-DD84AFAFD01B}"/>
              </a:ext>
            </a:extLst>
          </p:cNvPr>
          <p:cNvSpPr>
            <a:spLocks xmlns:a="http://schemas.openxmlformats.org/drawingml/2006/main" noGrp="1"/>
          </p:cNvSpPr>
          <p:nvPr/>
        </p:nvSpPr>
        <p:spPr>
          <a:xfrm xmlns:a="http://schemas.openxmlformats.org/drawingml/2006/main">
            <a:off x="6705600" y="2943225"/>
            <a:ext cx="4857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Verify live model behavior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and Maritime deployment</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Validate account access and privacy</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Measure student and TA usefulness</a:t>
            </a:r>
          </a:p>
        </p:txBody>
      </p:sp>
      <p:sp>
        <p:nvSpPr>
          <p:cNvPr id="7" name="">
            <a:extLst xmlns:a="http://schemas.openxmlformats.org/drawingml/2006/main">
              <a:ext uri="{FF2B5EF4-FFF2-40B4-BE49-F238E27FC236}">
                <a16:creationId xmlns:a16="http://schemas.microsoft.com/office/drawing/2014/main" id="{3E28833A-54EC-45DB-8BDD-8FA17D631CED}"/>
              </a:ext>
            </a:extLst>
          </p:cNvPr>
          <p:cNvSpPr>
            <a:spLocks xmlns:a="http://schemas.openxmlformats.org/drawingml/2006/main" noGrp="1"/>
          </p:cNvSpPr>
          <p:nvPr/>
        </p:nvSpPr>
        <p:spPr>
          <a:xfrm xmlns:a="http://schemas.openxmlformats.org/drawingml/2006/main">
            <a:off x="609600" y="56388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2475" b="1">
                <a:solidFill>
                  <a:srgbClr val="FFFFFF"/>
                </a:solidFill>
                <a:latin typeface="Arial"/>
                <a:ea typeface="Arial"/>
                <a:cs typeface="Arial"/>
              </a:defRPr>
            </a:defPPr>
            <a:lvl1pPr>
              <a:defRPr sz="2475" b="1">
                <a:solidFill>
                  <a:srgbClr val="FFFFFF"/>
                </a:solidFill>
                <a:latin typeface="Arial"/>
                <a:ea typeface="Arial"/>
                <a:cs typeface="Arial"/>
              </a:defRPr>
            </a:lvl1pPr>
            <a:lvl2pPr>
              <a:defRPr sz="2475" b="1">
                <a:solidFill>
                  <a:srgbClr val="FFFFFF"/>
                </a:solidFill>
                <a:latin typeface="Arial"/>
                <a:ea typeface="Arial"/>
                <a:cs typeface="Arial"/>
              </a:defRPr>
            </a:lvl2pPr>
            <a:lvl3pPr>
              <a:defRPr sz="2475" b="1">
                <a:solidFill>
                  <a:srgbClr val="FFFFFF"/>
                </a:solidFill>
                <a:latin typeface="Arial"/>
                <a:ea typeface="Arial"/>
                <a:cs typeface="Arial"/>
              </a:defRPr>
            </a:lvl3pPr>
            <a:lvl4pPr>
              <a:defRPr sz="2475" b="1">
                <a:solidFill>
                  <a:srgbClr val="FFFFFF"/>
                </a:solidFill>
                <a:latin typeface="Arial"/>
                <a:ea typeface="Arial"/>
                <a:cs typeface="Arial"/>
              </a:defRPr>
            </a:lvl4pPr>
            <a:lvl5pPr>
              <a:defRPr sz="2475" b="1">
                <a:solidFill>
                  <a:srgbClr val="FFFFFF"/>
                </a:solidFill>
                <a:latin typeface="Arial"/>
                <a:ea typeface="Arial"/>
                <a:cs typeface="Arial"/>
              </a:defRPr>
            </a:lvl5pPr>
            <a:lvl6pPr>
              <a:defRPr sz="2475" b="1">
                <a:solidFill>
                  <a:srgbClr val="FFFFFF"/>
                </a:solidFill>
                <a:latin typeface="Arial"/>
                <a:ea typeface="Arial"/>
                <a:cs typeface="Arial"/>
              </a:defRPr>
            </a:lvl6pPr>
            <a:lvl7pPr>
              <a:defRPr sz="2475" b="1">
                <a:solidFill>
                  <a:srgbClr val="FFFFFF"/>
                </a:solidFill>
                <a:latin typeface="Arial"/>
                <a:ea typeface="Arial"/>
                <a:cs typeface="Arial"/>
              </a:defRPr>
            </a:lvl7pPr>
            <a:lvl8pPr>
              <a:defRPr sz="2475" b="1">
                <a:solidFill>
                  <a:srgbClr val="FFFFFF"/>
                </a:solidFill>
                <a:latin typeface="Arial"/>
                <a:ea typeface="Arial"/>
                <a:cs typeface="Arial"/>
              </a:defRPr>
            </a:lvl8pPr>
            <a:lvl9pPr>
              <a:defRPr sz="2475" b="1">
                <a:solidFill>
                  <a:srgbClr val="FFFFFF"/>
                </a:solidFill>
                <a:latin typeface="Arial"/>
                <a:ea typeface="Arial"/>
                <a:cs typeface="Arial"/>
              </a:defRPr>
            </a:lvl9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WolfBox keeps the history that makes the next conversation useful.</a:t>
            </a:r>
          </a:p>
        </p:txBody>
      </p:sp>
    </p:spTree>
    <p:extLst>
      <p:ext uri="{BB962C8B-B14F-4D97-AF65-F5344CB8AC3E}">
        <p14:creationId xmlns:p14="http://schemas.microsoft.com/office/powerpoint/2010/main" val="13811805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2026-10-31T18:03:47.8130000Z</dcterms:created>
  <dcterms:modified xsi:type="dcterms:W3CDTF">2026-10-31T18:03:47.8130000Z</dcterms:modified>
</coreProperties>
</file>